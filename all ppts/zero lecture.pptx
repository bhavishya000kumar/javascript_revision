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5" r:id="rId2"/>
    <p:sldId id="397" r:id="rId3"/>
    <p:sldId id="398" r:id="rId4"/>
    <p:sldId id="399" r:id="rId5"/>
    <p:sldId id="400" r:id="rId6"/>
    <p:sldId id="401" r:id="rId7"/>
    <p:sldId id="402" r:id="rId8"/>
    <p:sldId id="403" r:id="rId9"/>
    <p:sldId id="404" r:id="rId10"/>
    <p:sldId id="405" r:id="rId11"/>
    <p:sldId id="406" r:id="rId12"/>
    <p:sldId id="407" r:id="rId13"/>
    <p:sldId id="408" r:id="rId14"/>
    <p:sldId id="409" r:id="rId15"/>
    <p:sldId id="410" r:id="rId16"/>
    <p:sldId id="411" r:id="rId17"/>
    <p:sldId id="412" r:id="rId18"/>
    <p:sldId id="413" r:id="rId19"/>
    <p:sldId id="414" r:id="rId20"/>
    <p:sldId id="415" r:id="rId21"/>
    <p:sldId id="416" r:id="rId22"/>
    <p:sldId id="417" r:id="rId23"/>
    <p:sldId id="418" r:id="rId24"/>
    <p:sldId id="419" r:id="rId25"/>
    <p:sldId id="420" r:id="rId26"/>
    <p:sldId id="421" r:id="rId27"/>
    <p:sldId id="422" r:id="rId28"/>
    <p:sldId id="423" r:id="rId29"/>
    <p:sldId id="424" r:id="rId30"/>
    <p:sldId id="425" r:id="rId31"/>
    <p:sldId id="426" r:id="rId32"/>
    <p:sldId id="427" r:id="rId33"/>
    <p:sldId id="428" r:id="rId34"/>
    <p:sldId id="429" r:id="rId35"/>
    <p:sldId id="430" r:id="rId36"/>
    <p:sldId id="431" r:id="rId37"/>
    <p:sldId id="432" r:id="rId38"/>
    <p:sldId id="433" r:id="rId39"/>
    <p:sldId id="434" r:id="rId40"/>
    <p:sldId id="435" r:id="rId41"/>
    <p:sldId id="436" r:id="rId42"/>
    <p:sldId id="437" r:id="rId43"/>
    <p:sldId id="438" r:id="rId44"/>
    <p:sldId id="439" r:id="rId45"/>
    <p:sldId id="440" r:id="rId46"/>
    <p:sldId id="441" r:id="rId47"/>
    <p:sldId id="442" r:id="rId48"/>
    <p:sldId id="443" r:id="rId49"/>
    <p:sldId id="444" r:id="rId50"/>
    <p:sldId id="445" r:id="rId51"/>
    <p:sldId id="446" r:id="rId52"/>
    <p:sldId id="447" r:id="rId53"/>
    <p:sldId id="448" r:id="rId54"/>
    <p:sldId id="449" r:id="rId55"/>
    <p:sldId id="450" r:id="rId56"/>
    <p:sldId id="451" r:id="rId57"/>
    <p:sldId id="452" r:id="rId58"/>
    <p:sldId id="453" r:id="rId59"/>
    <p:sldId id="454" r:id="rId60"/>
    <p:sldId id="455" r:id="rId61"/>
    <p:sldId id="456" r:id="rId62"/>
    <p:sldId id="457" r:id="rId63"/>
    <p:sldId id="458" r:id="rId64"/>
    <p:sldId id="459" r:id="rId65"/>
    <p:sldId id="460" r:id="rId66"/>
    <p:sldId id="461" r:id="rId67"/>
    <p:sldId id="462" r:id="rId68"/>
    <p:sldId id="463" r:id="rId69"/>
    <p:sldId id="464" r:id="rId70"/>
    <p:sldId id="465" r:id="rId71"/>
    <p:sldId id="466" r:id="rId72"/>
    <p:sldId id="467" r:id="rId73"/>
    <p:sldId id="468" r:id="rId74"/>
    <p:sldId id="469" r:id="rId75"/>
    <p:sldId id="470" r:id="rId76"/>
    <p:sldId id="471" r:id="rId77"/>
    <p:sldId id="472" r:id="rId78"/>
    <p:sldId id="473" r:id="rId79"/>
    <p:sldId id="474" r:id="rId80"/>
    <p:sldId id="475" r:id="rId81"/>
    <p:sldId id="476" r:id="rId82"/>
    <p:sldId id="477" r:id="rId83"/>
    <p:sldId id="478" r:id="rId84"/>
    <p:sldId id="479" r:id="rId85"/>
    <p:sldId id="480" r:id="rId86"/>
    <p:sldId id="481" r:id="rId87"/>
    <p:sldId id="482" r:id="rId88"/>
    <p:sldId id="483" r:id="rId89"/>
    <p:sldId id="484" r:id="rId90"/>
    <p:sldId id="485" r:id="rId91"/>
    <p:sldId id="486" r:id="rId92"/>
    <p:sldId id="487" r:id="rId93"/>
    <p:sldId id="488" r:id="rId94"/>
    <p:sldId id="489" r:id="rId95"/>
    <p:sldId id="490" r:id="rId96"/>
    <p:sldId id="491" r:id="rId97"/>
    <p:sldId id="492" r:id="rId98"/>
    <p:sldId id="493" r:id="rId99"/>
    <p:sldId id="494" r:id="rId100"/>
    <p:sldId id="495" r:id="rId101"/>
    <p:sldId id="496" r:id="rId102"/>
    <p:sldId id="497" r:id="rId103"/>
    <p:sldId id="498" r:id="rId104"/>
    <p:sldId id="499" r:id="rId105"/>
    <p:sldId id="500" r:id="rId106"/>
    <p:sldId id="501" r:id="rId107"/>
    <p:sldId id="502" r:id="rId108"/>
    <p:sldId id="503" r:id="rId109"/>
    <p:sldId id="504" r:id="rId110"/>
    <p:sldId id="505" r:id="rId111"/>
    <p:sldId id="506" r:id="rId112"/>
    <p:sldId id="507" r:id="rId113"/>
    <p:sldId id="508" r:id="rId114"/>
    <p:sldId id="509" r:id="rId115"/>
    <p:sldId id="510" r:id="rId116"/>
    <p:sldId id="511" r:id="rId117"/>
    <p:sldId id="512" r:id="rId118"/>
    <p:sldId id="513" r:id="rId119"/>
    <p:sldId id="514" r:id="rId120"/>
    <p:sldId id="515" r:id="rId121"/>
    <p:sldId id="516" r:id="rId122"/>
    <p:sldId id="517" r:id="rId123"/>
    <p:sldId id="518" r:id="rId124"/>
    <p:sldId id="519" r:id="rId125"/>
    <p:sldId id="396" r:id="rId1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58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7275-E5E0-BC77-B8CC-BFB5FA17F3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911454-98A9-7385-6A7D-AE56B9458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E9E51-F037-6F6D-6F59-5FE25A337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56D7E-50D7-EE9A-A08D-76A895458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510BE-726C-F1D7-65CC-DFC55406B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431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182-8418-C84B-38E6-B780C5556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05FDD-DC89-01EB-4788-AE0BD6D6F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11B95-AABF-0D1B-C706-1A7745F46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20DDB-7FD2-BEFE-1D04-8EE541B78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57BF9-D3E7-A2C4-A35F-93FEA1A5B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874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8FE76-88FD-E17D-25F6-97AB1BFA6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FBC19-7FAB-0213-979D-19CBD8285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36939-FA00-7192-761C-B7E4B555B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0F978-3427-A865-A9EE-CB20E988D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AED71-06DE-FA62-0B13-3571A1066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339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DCFE5-8A3E-5AD0-0CB8-5124827EE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4E85F-99D9-9751-427C-979A95DAD6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292007-897C-D796-0948-0EB93DF6BF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EEE4B-398B-0876-9FCC-0F6D02940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8BBD2B-B3AC-0AA6-5D6E-0BB79B77E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19983-C097-9EA5-439D-80DE679F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379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578DB-72AA-F747-BF9F-887697F84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3C1A34-7D4E-524F-0F48-E93277076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675DC3-A02F-3F7C-8AC6-F46CFF79E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C80EB9-6AD8-448A-3562-DF574F1BF3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7BE3F6-E4D4-D9D7-1926-FCC10DF086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685526-7822-E860-C4E3-6D6A82650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D346C6-3009-DD7F-481F-5A6367FAA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36428A-B375-7B28-B72C-E3D1DBA9C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356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AFD15-099B-68D9-DBBC-CD9C3CFE1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14D19-C105-B3CB-B451-4C0691376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FE93E5-A32C-54C1-C5BE-71B8C2089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D1DCA-D163-D9A3-43DA-45B1A403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591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D9ED6C-F39D-C070-D1A4-8D699B64F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3E4FD4-B118-C9B5-7542-D157F3609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E0D29-87B8-5961-031B-44373A6EC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863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2F36F-60CE-1A06-F037-9C8E3CBFD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95C38-FF0D-3CCD-27BD-E3E94135D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2A323D-0DF7-AB8D-3B4D-704D46C59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C2FF8-867F-4CEB-EFAE-61BB55EAB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6A2CAC-A0BB-8582-1BA7-120FB145E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DCE4A-A3F4-ED12-4B97-7958A1D3B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849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14155-0B1B-927F-3F51-945A20AD9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1F1CA0-472E-E646-2B70-BCDE596584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A9E186-7A27-081F-0C9B-48EA150F7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0E7736-8725-B999-6FB4-C5EE556E4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1BC0B-BCA3-ED36-D163-498644B47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6FCD5-26A0-535A-B031-EB1636E2C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919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1C530-7F96-530F-C565-8E50371C1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5D4783-C557-0D36-96AB-84254BFBCC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E2EA1-5611-5E16-6537-AA56E511C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8E8FC-817B-9911-8C21-4FC1753C0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5FB58-5C36-E04F-F57A-F4B30622E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416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9243C3-F609-8F30-8078-5DCB89836D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59C6EB-A848-E08A-45B8-5905ECB0D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FD188-7F53-693F-B859-A0E14F333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62D1C-729A-01DC-2F5E-34D2DDABB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018F1-EEF2-2E7A-C67F-B84EE18F8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274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97F8AD-D036-BB8C-BE9D-B60BB62A6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89D8-DD67-B2AE-83C6-0335489DA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5C33B-95ED-B89F-F21F-33C57603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2F8B6-8A5C-47C8-9690-200B2661F573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5D115-0D0D-A262-A76A-8D3317BC13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C9F79-EF29-73B0-6747-38CD8042AC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24A0A-45E1-4DF5-BF9E-123FD79688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989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35F86-02AE-7E12-1A10-556450B48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86FE7F-E36B-52FB-549F-A7B8A6DD79DF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AED10A-4FA3-57AE-3143-23B2E6792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5515745" cy="618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085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694EF-3A45-9B78-5D2A-3B0F6DBB9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986DE3-C57D-3712-24C3-F6EFCDB99524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0CE522-CB83-DB9C-A3FA-F97F5F572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21" y="147484"/>
            <a:ext cx="6001588" cy="53633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929BF4-A900-7080-A07F-F14606D47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9115" y="3633512"/>
            <a:ext cx="2800741" cy="30770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40423D-9864-3AAF-A18A-2D168F68FF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3995" y="327990"/>
            <a:ext cx="4658375" cy="59634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C78AD7-5091-224D-AB7F-903F828FD0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7592" y="913372"/>
            <a:ext cx="2467319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910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7425E-FAE5-6C1F-8BFC-EC2DAF95B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149FD3-B71A-70CD-F745-E269063F67B3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A952BB-CA5D-BAAB-487E-509A7971A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3515216" cy="45821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279BC3-8E64-98AB-E1FD-7D469733A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650" y="244173"/>
            <a:ext cx="3189616" cy="4320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D651B7-C561-ABDD-BBCB-B0080119EB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3035" y="868360"/>
            <a:ext cx="1219370" cy="35247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A6F449-8BC3-184E-5183-B1154287EA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819" y="4921813"/>
            <a:ext cx="3896269" cy="18671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EDD8C4-27B9-D79A-9BB3-5A9355AD1D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5908" y="868360"/>
            <a:ext cx="4963218" cy="4382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7BEACF6-DF5B-2F57-C4F3-5C4177C419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4387" y="1498736"/>
            <a:ext cx="2162477" cy="48489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7E086A8-D214-A3C1-F60F-53FCD14FB7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048" y="1602979"/>
            <a:ext cx="3048425" cy="53347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C0DEE41-913C-43B5-0798-C8573AB5A2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7517" y="2432861"/>
            <a:ext cx="1571844" cy="431542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68F3D7A-036F-AC51-B719-C07102272A4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73758" y="2527579"/>
            <a:ext cx="1933845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904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655C0-BA97-1C8A-4246-20550A027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A718EB-EEAB-3655-3FE6-DA46FEE27F1E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73B7A7-78D8-5FB5-476D-5178A5C62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3924848" cy="4477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FD49BD-3D91-9FF4-31BA-F1AB56E94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83" y="867118"/>
            <a:ext cx="2705478" cy="52394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C7CF5B-1439-F897-14B1-E0FB19526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9261" y="654843"/>
            <a:ext cx="2267266" cy="42963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9BABAB-E3C2-8143-A7F6-EA0A1DC8AA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5646" y="245326"/>
            <a:ext cx="3143689" cy="4858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DBEBAA-1490-0B61-7371-B74B929AC1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097040"/>
            <a:ext cx="1781424" cy="53633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F33ADD2-F888-CF85-B6E5-2856FBF751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1158" y="5103529"/>
            <a:ext cx="1390781" cy="150914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7058756-2924-2EA2-86FA-E547AB1EAF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4851" y="347536"/>
            <a:ext cx="3439005" cy="49536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737CEF0-7AAB-9298-C95F-923308867C9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9053" y="1208776"/>
            <a:ext cx="1695687" cy="496321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4F3CDB8-466E-59B2-954B-B6D677A61C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83087" y="1421650"/>
            <a:ext cx="2159908" cy="401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26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BA49C-D441-4651-00D3-516D96FF4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0CC308-2E5C-EDE8-1B5D-D2829D8AB289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DB725A-D372-7CAC-0B3D-F90EF074A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210432"/>
            <a:ext cx="2810267" cy="24673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B9B60C-0E4A-CD88-CD81-ECC1C7DAA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19" y="2740699"/>
            <a:ext cx="3202774" cy="39068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89763E-B592-D00E-E543-19AC5D7F3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0593" y="158235"/>
            <a:ext cx="2219635" cy="43059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4A3B15-65A8-26DB-E90B-DBFF3B3C0C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0228" y="147484"/>
            <a:ext cx="6115904" cy="6001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1EEFE0-B355-44FC-C98A-7B3AAA19D3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3295" y="1012384"/>
            <a:ext cx="2181529" cy="29436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A2E3F7E-E48B-57DB-C84C-9A6E8EE213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9866" y="979500"/>
            <a:ext cx="2086266" cy="46393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08B2FFE-24ED-C9DD-9B19-6C24C19C10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4356" y="5845616"/>
            <a:ext cx="5630061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140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FD73C-EB08-ABA6-B207-547FDE2FB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7DF284-25A6-51D2-8DB7-9DDE6ACB63DF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57CBA5-E08E-78C2-3D79-6E237C21F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6525536" cy="4763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84409A-7B05-76B9-9981-01772AC06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19" y="799733"/>
            <a:ext cx="2067213" cy="26292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40EEE0-3427-7F68-BA3A-E9E2D8C86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527" y="76124"/>
            <a:ext cx="3467584" cy="6668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8C04B3B-DA1C-FD46-1EB2-38AEE1EBD7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1283" y="348331"/>
            <a:ext cx="1952898" cy="64779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351AB1-A556-2A9E-BC1B-A00241D9CC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1484" y="659965"/>
            <a:ext cx="1962424" cy="31246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0C5F739-B92E-FCFF-0D69-B4B9FE2E1A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819" y="6134673"/>
            <a:ext cx="3620005" cy="59063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D3D5533-D786-4751-8C94-942447DBB4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7866" y="1522098"/>
            <a:ext cx="1943371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344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E9738-D6D6-BF41-8832-402D3B00E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22CC8F-BC7F-BB59-97E3-786BC2C00BC9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67A1E5-6303-4952-60FF-CA9255C57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290691"/>
            <a:ext cx="4067743" cy="4191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147082-E330-18A5-7C4C-200D36CF9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30" y="992652"/>
            <a:ext cx="2057687" cy="32294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C7C405-E94A-1173-9792-BBA05503B5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908" y="197180"/>
            <a:ext cx="5877745" cy="3810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A0957F-6249-AA5F-3092-85702D47C0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1220" y="686118"/>
            <a:ext cx="2838846" cy="56014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D9A4BA7-8CD8-12ED-66B9-B69D288D32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5447" y="876644"/>
            <a:ext cx="2114845" cy="522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741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C9B79-A71D-D58F-10FF-4C11CC5EF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F390FF-3CAB-BF76-6A4D-7448742BF4B6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2A850E-18FF-DE11-F12C-EA22E5412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4887007" cy="543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AF3A00-F5D8-0DB9-B2ED-3498C82D8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23" y="895314"/>
            <a:ext cx="1886213" cy="34771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EE8958-586E-EB77-37C1-70DD836487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779" y="147484"/>
            <a:ext cx="3362794" cy="5811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E13081-1A8D-357F-D480-5528BF55BC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9254" y="895314"/>
            <a:ext cx="1867161" cy="30293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B035C6-C2A4-50D0-41B7-DC4C0AEF46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3521" y="900461"/>
            <a:ext cx="3391373" cy="28769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A33F838-F85D-90DC-6331-F768BA954B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1092" y="5879563"/>
            <a:ext cx="4829849" cy="5715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EDEFED0-6FB4-CD68-8E95-814530E5D4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4146" y="2307190"/>
            <a:ext cx="2924583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686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6D4FF-E786-BBED-CADB-F016312A4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CB06AB-2ECC-AB6E-9BFD-21BBD9312719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79E237-4FCC-D721-7BC2-0B01603F2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53" y="147484"/>
            <a:ext cx="5953956" cy="50584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0E519C-9199-2DB5-BBEC-834C1F84B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359" y="786523"/>
            <a:ext cx="5134692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596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589AC-B534-67C0-0666-63880A822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71A042-53CC-922D-B331-0CFADC6A0C0E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FD1C88-0D53-7B1E-F389-9472DBDD7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97180"/>
            <a:ext cx="6068272" cy="5239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999AE6-7F2C-6EFD-EE04-D507F2C1D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08" y="1061051"/>
            <a:ext cx="2657846" cy="52394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A3A523-C4D8-CFAB-02B8-C98ADDA254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0865" y="1234113"/>
            <a:ext cx="2076740" cy="29055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B6DDDB-B116-ACFB-CA36-0EBA12F6A1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6091" y="381276"/>
            <a:ext cx="3705742" cy="31055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C385B73-CBF5-FECC-30F0-518273D37C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5391" y="459154"/>
            <a:ext cx="1963291" cy="445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382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3075B-DE65-ED66-A947-73B129EE8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9B8CD5-46F8-1B28-AC1B-4D860EE5102C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791A2F-BF23-775D-2E03-2CABD2EB0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97180"/>
            <a:ext cx="5530859" cy="50735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CBF4DC-4E23-29F5-DD3A-71F30527C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374" y="197180"/>
            <a:ext cx="4905783" cy="427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787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DC171-FABD-E43F-0A2B-8A2F17FE0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D77905-1753-CDE1-DBAA-6A83C98CF210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D8A14A-55D1-1774-93E7-2B6576E08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31765"/>
            <a:ext cx="6516009" cy="28102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5B69CF-BC8F-A5F8-9DA6-E92C28E9F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915" y="127465"/>
            <a:ext cx="2430696" cy="57803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1B3E03-A42D-2258-7C94-E204186E5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40377"/>
            <a:ext cx="3982006" cy="7621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6B0D39-5C55-7C09-F10B-BB6C95877A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8761" y="3840377"/>
            <a:ext cx="2695951" cy="26864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FB4376-62FD-6A57-5252-443755DC8B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6176" y="849110"/>
            <a:ext cx="3258005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234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422BF-A427-C25B-E344-AB8BC74C0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BE3B1D-0488-D22A-17E5-5EB2B2B45D54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ADA174-FA1E-7645-8808-C639DFCC2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6043305" cy="15655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B9014C-8D8C-12A2-FDF5-8A8DECFE7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19" y="1770847"/>
            <a:ext cx="4032932" cy="49975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BEC0F4-05F5-294E-9A27-AEB35036C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3047" y="277682"/>
            <a:ext cx="3972479" cy="13051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C124B3-EF9A-4B61-C3AD-2A5721B92B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4496" y="1780945"/>
            <a:ext cx="1991003" cy="3296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0903420-DAA2-EA1F-D886-500BBB21C1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5678" y="4777372"/>
            <a:ext cx="4096322" cy="199100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687FF11-DA32-C3FE-5041-03226DD9C2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477" y="1698736"/>
            <a:ext cx="2343477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824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53060-B97D-7BE9-A215-A67A38C5C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F63DA5-7C72-2531-1033-BE803424FA48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C3D2DA-3EF2-0F8B-DC95-98C20222E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69" y="147484"/>
            <a:ext cx="6782747" cy="600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272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BA773-C103-55E0-81DA-D0556A47B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BA23C0-6014-D357-5614-F4C6F6C8984E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9C4BA9-0846-2C90-2401-C267798C2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266514"/>
            <a:ext cx="6516009" cy="26673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C904FE-C684-550A-BDE1-43E783434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3452" y="266514"/>
            <a:ext cx="4315427" cy="21624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7F2042-6DC6-94F4-DE7F-16BFC9A279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19" y="3052916"/>
            <a:ext cx="6268325" cy="33246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2A0041-765C-8C14-3F9C-714F3D0D91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8264" y="2933886"/>
            <a:ext cx="4651616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082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9B27D-8294-9650-C5D0-AE85FB496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21343B-C11D-F15A-6F4C-A9F9119B1B8A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CADE44-574A-1113-4BC0-244A776E0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7876494" cy="591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935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703F3-FF54-2723-6248-8A1951E62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151CC0-B114-2C1A-C346-F3F6BD290531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2EFF59-5E9C-8032-7139-9A5254B36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6535062" cy="29150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9BFAAD-5DC5-AD22-B6BB-026483B85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8438" y="334678"/>
            <a:ext cx="3258005" cy="50489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77DF61-DB38-108A-4BBC-629622C739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76" y="4531026"/>
            <a:ext cx="6449325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995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842BB-CF88-A8DD-1052-0AFF59644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0586ED-4C15-4D9B-AA55-561CB687F8FC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81C789-D0F3-EAD6-CD7A-83E285114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5725324" cy="30674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EB771E-C7C5-3894-FB6C-B89F65676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3858" y="85959"/>
            <a:ext cx="4820323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8325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05D94-11AC-48F3-9C2F-95C0173D5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58615F-CAE2-59AA-DC99-629878EC5478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6CC1D2-DAB8-AF2F-F600-C8E2B222E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6630325" cy="40105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7E8018-E9A0-907C-3047-D22A4B3A4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909" y="1947351"/>
            <a:ext cx="5753903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733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782C2-8903-93F4-7072-D791E6F2C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0491CD-C5B0-5A09-2944-EC2C05E07185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D71C06-41F5-31D1-D996-9E38D60F6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309869"/>
            <a:ext cx="3877216" cy="45154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DD60CF-5EE9-5591-E658-EE694196C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614" y="147484"/>
            <a:ext cx="5353797" cy="627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9767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385A-AD9E-93BB-0987-2AD280810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0BAB97-2FC4-F1BB-BDAC-B0C50D0B0712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F31B2A-E940-7257-658B-6EFBADF57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51" y="147484"/>
            <a:ext cx="6068272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909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DD6EE-7D5F-740E-8F06-BBCBF742C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2BFB9D-4101-43F4-DE81-261919B7C0B2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A612BB-4645-77F1-BE3A-838EBCDAD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31765"/>
            <a:ext cx="3620005" cy="62492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CC6F11-D6D8-940D-890C-50163EB70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356" y="557029"/>
            <a:ext cx="4473822" cy="417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3548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E4988-ED93-BDBB-1122-F5B007FA6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F70275-75C7-C298-6CE1-FB907BC8E96B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68CBBB-6F23-6945-FF20-A5E0773DA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31765"/>
            <a:ext cx="6125430" cy="40105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09FAD8-7A3A-B4B6-2567-C91B8E9C6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590154"/>
            <a:ext cx="3437902" cy="3304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3939F4-F112-FF0A-7410-F276CB107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8755" y="175526"/>
            <a:ext cx="3645208" cy="35218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CD81DD-D64A-D928-5C42-0CDA4E4C04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8124" y="4956313"/>
            <a:ext cx="7816377" cy="162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0399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13210-0811-2B52-73CC-A88F9D0F4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BF2C98-9D8D-A8B1-D5A7-4AEDEE1DE67B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892F02-3E94-8D06-8B9E-63438BCB7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5563376" cy="60873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B28F0A-DC62-5D56-598B-6B0D6325B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534" y="5329808"/>
            <a:ext cx="6516009" cy="905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81A8D7-404A-71B7-06D8-4539D5A06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9200" y="956007"/>
            <a:ext cx="3724795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8570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A0743-DF6D-D34B-A4FE-3273F80E2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D19990-34D0-C01B-95BF-DA83621352F4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BF5553-850F-B438-63CB-54083E9F0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5668166" cy="56491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1280B5-6631-B493-2CF9-DB9C3D9C8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1902" y="3306300"/>
            <a:ext cx="2724530" cy="16766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385306-00B1-C167-17FB-B0191DF08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2827" y="147484"/>
            <a:ext cx="3677163" cy="63921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AA439B-F771-5E9A-56BC-54F4875DDD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6397" y="6132387"/>
            <a:ext cx="6306430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8261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9FB26-E017-C8A0-A019-098819D11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A005E1-8773-04F2-7263-79F52FF59177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B892A8-D0A5-908B-07E5-2AAACD4C7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3172268" cy="38391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03701E-BBE8-C2D2-513E-46EE718B0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777" y="4193434"/>
            <a:ext cx="6354062" cy="724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4099AB-8F7D-7303-87B5-3A6A9AE37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1543" y="171679"/>
            <a:ext cx="4572638" cy="26006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18C61B-45C0-31A9-842E-F90BC7E3C1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2908" y="3009158"/>
            <a:ext cx="2038635" cy="36771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A4423FA-4064-01F1-CE7C-FFC884EE16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3187" y="3486859"/>
            <a:ext cx="819264" cy="12860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ED45AB1-F066-5AC2-AEB5-7612E45721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4004" y="5510596"/>
            <a:ext cx="6344535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8463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9BF6A-FBF0-7BCA-CCC5-69B3DDBB0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E6E680-08FE-7715-F8C5-575FA78DE2E2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585459-A6DF-5F65-3A14-7DB32AEF3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306693"/>
            <a:ext cx="3419952" cy="25340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D40FE8-96F3-6B55-51F7-E10E81A21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771" y="147484"/>
            <a:ext cx="3820058" cy="38010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588783-5D99-55E9-C50E-A0F18AC1D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859" y="256732"/>
            <a:ext cx="4639322" cy="31722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4376B2-B195-4D07-E123-ECD7E4A38D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819" y="4417409"/>
            <a:ext cx="3867690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8728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5C523-C782-20EA-341B-12F056A98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1AD95C-FD4D-5174-3809-CA8789964E42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6844449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C1346-FF1E-CA15-189C-75F5B0567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A8C587-8266-3CE6-E65A-479EDAA8D124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9C89BC-2FCA-5FA5-8D7A-9294AA46D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147484"/>
            <a:ext cx="5915851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0742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C22CB-C8EC-29F8-AF99-14827CCCD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0E3C50-77FB-69DC-8726-8F27EAB35D70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3352283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1E1AD-86E9-84D0-D5B1-97903C8FA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038795-809A-EA7D-D966-548532EC8078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8330116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9FA85-8EC9-3476-4105-8BF33B08D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BA46F5-FAB6-5525-BFCC-34BCBD94CA07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5496008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56C9D-5A2C-39D3-52F3-B5BF9E436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336F95-86A1-C660-2E89-E4036DC8C2DA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4007314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68FDD-DACD-6869-0792-20649014D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E0C431-D7F0-4887-1FA8-52CD1A13B39D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32137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FDB0B-87C6-F3B5-0693-8AA69E1DA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ED1FFD-C3F0-9CB0-B3FA-2D219814D4CD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005583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83F8D-FF2B-DBC5-0D98-B60CA39B5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C5651B-94B9-31FE-6F7A-7F2332CC23B3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5204455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946DC-7EBF-691F-8302-E33C784CE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7CBF7A-B70A-80DC-B73F-0F64BEE68FAA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7429714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B4840-E020-724C-CDC1-3E6973F13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704EDA-930B-7B8A-83D9-0870D8E6E9F4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1535595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FD8CF-AEE5-7842-AAA3-6BAC2B2DB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D9E1B7-3390-7A01-FD35-B2B50CCB29DD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2207949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D04ED-6AE4-15B8-243E-5753BB9EA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E42344-FCE2-A91A-EA0D-AE3F85A1EBF4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1384804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9133F-CCA5-FEF9-4869-ADFED54AD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C78742-E7BF-B421-8AEB-2DE305FAD369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8572887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4CAA5-4D81-90A3-F2E7-59BEE4245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5DE468-AC96-0137-4DD9-254CBF90B225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3307295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17148-8391-7D4F-9C29-D287F50D9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74CEAD-6F5C-B115-3D54-323B5B1758E3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9546994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41E84-24EB-C89A-ED3A-73FB9CC7F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A39104-AE3A-FDD0-DDE7-2A1C280965EC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9943236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C4F76-3D29-6EAE-C8E9-94DB62FCB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852CD8-05DF-AC47-1B3B-DBC45BD79A49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1329204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332BE-F5F3-DC55-A44B-7D545BBF6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3F44E5-E49C-0876-99E5-CF86AA39664C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8136382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9464D-9462-95B5-4D11-3EE70F31A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9B9F42-D8E8-D5E6-1BFE-A5AD1F3140D6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0651246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A4320-A343-D4C4-D7CC-8779D9D16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1D41D8-9CA8-B378-3171-92578DA9115B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4539895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73C92-4D45-236C-C833-85BCC7737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F656A6-243F-1F1E-1653-6F4F5053EF13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0358526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A191B-770F-C817-CE89-7CF753A7D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65F16F-11F8-C9BC-D26E-157F59D9B40F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1978882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1A5CC-2682-BADA-C915-CED5B806E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169CE9-5F57-585F-C5C7-02757DB72DAF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3354997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4A3A8-F5B4-8B82-2050-2EED7E005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F3648A-6EA8-56A1-B34A-12D193F70421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3669871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E84DC-5299-C909-07A9-22544C612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267B47-BC97-EE31-6A94-38BB8D3E139A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4498513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40413-B407-EB45-A2F7-199DBD58B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B9AA3F-DC32-166A-0A15-782FB29F0947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8541086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54548-A1BE-1B1A-A4E9-CE194963D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B58180-B772-BEBA-E2AD-D5C64F0E56EF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985400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1F283-16C0-B0E2-4762-E41DC8C13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849ED3-B23F-6D9C-AED5-FED069D3430B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4568833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494FC-D266-CE05-3DDA-E41C53623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41010-0987-4E57-7839-D519E44F4423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99615330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FC6D1-64DE-746F-F955-FDDED1165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161290-ED1F-4435-33F5-CB2BB78F0080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552773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A1900-11D1-8757-AB17-8CB4C3010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CE2B45-831B-1C80-C5C2-E23989EAABA8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37059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ADAEF-ABC5-1587-011E-2FBF3C2CF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4187AB-32EA-A7F6-D39C-F3C5E19D1FC8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3022630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85FCB-2FBD-5D82-3A3A-BAD27EC33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DC7289-C7C5-3626-8C3C-D8B4177E9175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9965029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53931-5CD9-6AA4-4A03-94819FD91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38B982-DA12-61F3-B2E7-032483487ED3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6098415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71222-C3F4-F90B-1633-9B50BF2CE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F213C8-9614-2E0C-E1C7-48639F775FBE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27154527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4C7F0-823D-51B1-2ADB-DCA0B5189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66E8A0-81FC-0D4C-066F-68C50999B1A1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60397615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816B8-D9B9-6A0C-BA6B-3877A835B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092503-5D43-B431-732D-3E7F36E2500D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6186872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08D8F-ED27-019A-790C-BD7E218A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C63AD9-F4DD-5062-DB1D-E7590C91C905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58731054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6A288-71B2-897F-80EE-221645927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1FFCA1-6333-97ED-5E05-9C8F59B723E3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31428752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CBB13-041C-2C2F-4C24-59433695F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7B6E19-1536-2979-CF62-8BDAC25BD18F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128665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31315-EEE8-A5FB-DBCD-DB5ED2C14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C05473-E74B-2CA4-01CB-F944DBBD891B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09874837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8C77C-23BB-550F-EAB1-EE9812AF2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18369D-D88C-860D-6C9D-8D98D64EF59A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4640801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34307-0699-FE3F-23A4-3710E91B3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E22A12-C388-66F3-99C4-31E87662C78F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75280347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57B28-D1FD-D4D1-62B4-91CC858EA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71B71C-5B34-5E79-D9F8-A0A5D214776C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97082949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942B0-C47B-2BEB-2A51-3976510F8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4DAAF6-2B98-6430-C3E0-E15AA1EBC73A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3109183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3524D-1A34-F0F8-ADC2-CAB97548B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905792-8E0E-F2F1-CDC5-9A10AFCDD78B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48795974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32E56-5BCD-3948-90A8-3F349255A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4E09E2-2A4F-7A38-A7B7-2A71F66630C8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4268529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9C65E-6352-2ED3-706C-84E6555ED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A4DBE6-5420-B47F-3608-1BC4559D9CF0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85888113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3B34F-EFA3-D34D-4666-E4D616A51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FCA859-10A1-DCDE-8E8F-03CE925F9E75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75614549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B073C-F0BE-1036-7312-267643CCA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623B9D-2FC5-EBC8-5EC7-CEDD95594318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73921457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C6222-EFCD-2C93-BFA7-7762F2ABC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2EEB9D-17E2-7081-B320-2B673A1892B7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06606942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5B475-E132-E7D6-109B-0B53B3FD7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D92B3E-FF92-C587-A70F-93BC2D674BE8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74874047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01EA2-166E-82EC-776C-87796946D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E9F81B-CD31-C9B9-99D9-BB9613115F2A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96635090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15518-8CE1-0591-C91F-FF0B74D71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269396-88B7-C4FD-EDD5-A08328244627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50350367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0C825-BE60-9ECA-BA34-E07CFEAE8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8F56EE-6FFF-08DE-924D-E2E2956ACE5C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16977563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62E36-C6DD-7590-4B76-DD4B3ECDA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130278-2557-E260-C4E7-FF6D0046D457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66870341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6D992-310C-E0E6-F964-F2359A26E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086A3E-92C8-266D-DF67-B8D532523D89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79229201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BC864-F7C0-D475-D00E-86FAFF31D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BBCF95-5B93-F789-67F2-302F7BA5EBEA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67898137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C4D57-9300-54FC-FD8E-575047006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9AFEE4-44CA-43BF-5C7C-D8E2F190A87B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64634114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A6EAF-77AB-6157-5F34-C30B49881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C68C50-1784-DF81-BF98-5D12A7D1A548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94644385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1E68F-F131-96BE-44D7-314A09D86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6E25B6-E2B0-6191-36E7-D80E3139E9F8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70549650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A958B-1A1F-0C12-DF64-3FBEB1EBE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37F4EB-D88E-1736-67C3-7923AAED4452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76310976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D24F8-A37D-0223-7651-BB7BCA9B8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B8CEAF-F457-6CD6-FE39-DD8B46C653E8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53613412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CF283-FF35-1A73-6863-B4D65A4D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287DDE-A9D2-60AC-C854-8A49FFC9FBA7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05238837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C303C-F14C-44BD-971C-E62E9D23C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C0BE2B-C470-C388-E0E3-07F0B256560D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87263916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3044E-118D-F2A3-909E-64D5B574D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7C7DE4-1632-D584-06F0-41EAD2759688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87835660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CF86A-58AC-978F-256D-7E1699B5A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54AA8D-E7C7-2DD1-6051-7FF8C456D2E0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97467480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D4C28-3F47-2AA6-9D26-C6DC07865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2585F4-6882-6083-193F-4E3DB1EAA41E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45689406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84126-FAE8-F766-FECB-3D9F9399E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35480F-B865-A879-DB09-DBC9391745B6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99800953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FFD7E-852E-F26B-DC13-84C61C7B7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3C67C6-D6B0-3E23-1109-A40768A91668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13988672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A82E7-421A-7980-1D44-12F4B925D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C5B7CF-7617-67AB-5300-A6078B9BE303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54654435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7F087-F997-DD42-49CC-B929BA41C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DD8A13-F24D-1B27-1D8F-D53E33FD9185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26593800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96EA7-C8CE-B18C-FC31-73AA8178B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57C733-D37E-DEFB-8CA8-44CD54C31648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10677871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657EB-377F-303D-7BCB-E7B36520C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68E406-3670-5E45-65EA-56DBD680B798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83710588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64AC0-981B-92AE-34FA-BE45CD401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ED9520-52B3-B42F-D058-F69C18EDB6EB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17168303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74BBB-EF3F-4F90-C08E-D31D2DFB2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6E48FF-E8CF-21BA-872F-F4A1349940C3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51288588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DADC7-E92D-58AC-FFB7-2154AB74A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34CF7D-0C2E-B74C-AC83-7C7AC104C5AA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43147293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8AEDA-97C6-0BFE-B83D-22B9EB1BD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C93CE7-90E7-429A-ED8B-0DB2E85C89EC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0374421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73EAF-A30C-ED22-0E6A-664284770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41128E-BA5D-A9E6-87C9-2A2F193A9B33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74829255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B6791-28CA-776A-07F6-ACB228342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56B995-921E-4D1B-D911-135BD07040FD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62905389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3417A-0906-BA07-E809-2372A7AD7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CC8563-C44B-96DC-F18C-9839E91ECB64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21357750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B9AD9-A938-07E2-3254-557BC5509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E6A22D-82D8-4C2F-B084-370602194855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47093136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D9D76-5E81-89C4-6334-A31DB3063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354B2F-ED47-2F17-E2B9-238B3A894EFB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15839076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4FAA9-F8F1-FE00-265C-4112409A1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7FD9AB-C0C1-8F6D-43F6-D48F9A269A7F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09425846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A7D02-CE9C-B805-C359-AFA68F56C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24EF55-B152-6B7C-05B7-EC22E1110137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87699454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C35C0-77E1-23AA-14DD-C86AA0FBB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76630F-EA50-3A6E-8AC1-9C35B605471E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90270180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2951E-1668-9E0A-8E31-4ED3D01C7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8B776E-D553-0A9E-A19D-D28E9680E272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28885376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F86DE-3C94-E795-A4CC-76EDB54A8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B86806-A959-3DFD-A330-A6F519FB433F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50708736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BEC92-C425-731B-0798-6296F4F45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8A16A5-E179-5E24-FCED-D6BC5E65E966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5309516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0A750-B830-7E97-4F24-B0064C165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641A21-F0FC-30BA-17B6-5D1825F962DF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66115552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CC5E6-F84E-091A-46F4-988272E36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515D1F-B05F-6085-A0A6-C795D8B90843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55746672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CED8E-D525-F033-530F-FD6475125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8DB0FE-D858-18DA-8727-77D55B2607FD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92991367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BCBA3-3BFB-0295-52EC-0FB827AB7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09326C-2E14-2D8C-4B4C-908D87B4DE1C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85984102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786AC-E12E-1CD9-1A72-CFD055244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D3A369-F7A4-693E-F69D-7F34587B9D57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61427832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9A332-2A7F-D0D2-E354-B325D1D98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F0E160-7B90-2A3B-8000-2152E0FC2039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95813726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1D6C5-397B-B3E5-18FA-3EBFF7F2A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371BD8-D4C4-8687-FA55-42432CEA60FA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64357089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64A36-C0F4-E949-46CA-C69F3FD4B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D0280B-EE45-E5B4-572D-6528A82874CC}"/>
              </a:ext>
            </a:extLst>
          </p:cNvPr>
          <p:cNvSpPr txBox="1"/>
          <p:nvPr/>
        </p:nvSpPr>
        <p:spPr>
          <a:xfrm>
            <a:off x="127819" y="147484"/>
            <a:ext cx="1206418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aaaaa</a:t>
            </a:r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endParaRPr lang="en-IN" sz="2000" b="1" dirty="0"/>
          </a:p>
          <a:p>
            <a:r>
              <a:rPr lang="en-US" sz="2000" b="1" dirty="0"/>
              <a:t>…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191566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250</Words>
  <Application>Microsoft Office PowerPoint</Application>
  <PresentationFormat>Widescreen</PresentationFormat>
  <Paragraphs>2625</Paragraphs>
  <Slides>125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125</vt:i4>
      </vt:variant>
    </vt:vector>
  </HeadingPairs>
  <TitlesOfParts>
    <vt:vector size="12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bhavishya kumar mahtao</dc:creator>
  <cp:lastModifiedBy>bhavishya kumar mahtao</cp:lastModifiedBy>
  <cp:revision>3</cp:revision>
  <dcterms:created xsi:type="dcterms:W3CDTF">2026-07-01T06:58:48Z</dcterms:created>
  <dcterms:modified xsi:type="dcterms:W3CDTF">2026-08-18T19:51:31Z</dcterms:modified>
</cp:coreProperties>
</file>