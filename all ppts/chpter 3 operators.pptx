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396" r:id="rId2"/>
    <p:sldId id="397" r:id="rId3"/>
    <p:sldId id="398" r:id="rId4"/>
    <p:sldId id="399" r:id="rId5"/>
    <p:sldId id="400" r:id="rId6"/>
    <p:sldId id="401" r:id="rId7"/>
    <p:sldId id="402" r:id="rId8"/>
    <p:sldId id="403" r:id="rId9"/>
    <p:sldId id="404" r:id="rId10"/>
    <p:sldId id="405" r:id="rId11"/>
    <p:sldId id="406" r:id="rId12"/>
    <p:sldId id="407" r:id="rId13"/>
    <p:sldId id="408" r:id="rId14"/>
    <p:sldId id="409" r:id="rId15"/>
    <p:sldId id="410" r:id="rId16"/>
    <p:sldId id="411" r:id="rId17"/>
    <p:sldId id="412" r:id="rId18"/>
    <p:sldId id="413" r:id="rId19"/>
    <p:sldId id="414" r:id="rId20"/>
    <p:sldId id="415" r:id="rId21"/>
    <p:sldId id="416" r:id="rId22"/>
    <p:sldId id="417" r:id="rId23"/>
    <p:sldId id="418" r:id="rId24"/>
    <p:sldId id="419" r:id="rId25"/>
    <p:sldId id="420" r:id="rId26"/>
    <p:sldId id="421" r:id="rId27"/>
    <p:sldId id="422" r:id="rId28"/>
    <p:sldId id="423" r:id="rId29"/>
    <p:sldId id="424" r:id="rId30"/>
    <p:sldId id="425" r:id="rId31"/>
    <p:sldId id="426" r:id="rId32"/>
    <p:sldId id="427" r:id="rId33"/>
    <p:sldId id="428" r:id="rId34"/>
    <p:sldId id="429" r:id="rId35"/>
    <p:sldId id="430" r:id="rId36"/>
    <p:sldId id="431" r:id="rId37"/>
    <p:sldId id="432" r:id="rId38"/>
    <p:sldId id="433" r:id="rId39"/>
    <p:sldId id="434" r:id="rId40"/>
    <p:sldId id="435" r:id="rId41"/>
  </p:sldIdLst>
  <p:sldSz cx="135001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4" d="100"/>
          <a:sy n="44" d="100"/>
        </p:scale>
        <p:origin x="4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2508" y="1995312"/>
            <a:ext cx="11475085" cy="4244622"/>
          </a:xfrm>
        </p:spPr>
        <p:txBody>
          <a:bodyPr anchor="b"/>
          <a:lstStyle>
            <a:lvl1pPr algn="ctr">
              <a:defRPr sz="88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7513" y="6403623"/>
            <a:ext cx="10125075" cy="2943577"/>
          </a:xfrm>
        </p:spPr>
        <p:txBody>
          <a:bodyPr/>
          <a:lstStyle>
            <a:lvl1pPr marL="0" indent="0" algn="ctr">
              <a:buNone/>
              <a:defRPr sz="3543"/>
            </a:lvl1pPr>
            <a:lvl2pPr marL="675010" indent="0" algn="ctr">
              <a:buNone/>
              <a:defRPr sz="2953"/>
            </a:lvl2pPr>
            <a:lvl3pPr marL="1350020" indent="0" algn="ctr">
              <a:buNone/>
              <a:defRPr sz="2658"/>
            </a:lvl3pPr>
            <a:lvl4pPr marL="2025030" indent="0" algn="ctr">
              <a:buNone/>
              <a:defRPr sz="2362"/>
            </a:lvl4pPr>
            <a:lvl5pPr marL="2700040" indent="0" algn="ctr">
              <a:buNone/>
              <a:defRPr sz="2362"/>
            </a:lvl5pPr>
            <a:lvl6pPr marL="3375050" indent="0" algn="ctr">
              <a:buNone/>
              <a:defRPr sz="2362"/>
            </a:lvl6pPr>
            <a:lvl7pPr marL="4050060" indent="0" algn="ctr">
              <a:buNone/>
              <a:defRPr sz="2362"/>
            </a:lvl7pPr>
            <a:lvl8pPr marL="4725071" indent="0" algn="ctr">
              <a:buNone/>
              <a:defRPr sz="2362"/>
            </a:lvl8pPr>
            <a:lvl9pPr marL="5400081" indent="0" algn="ctr">
              <a:buNone/>
              <a:defRPr sz="236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619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474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101" y="3039537"/>
            <a:ext cx="11643836" cy="5071532"/>
          </a:xfrm>
        </p:spPr>
        <p:txBody>
          <a:bodyPr anchor="b"/>
          <a:lstStyle>
            <a:lvl1pPr>
              <a:defRPr sz="88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101" y="8159048"/>
            <a:ext cx="11643836" cy="2666999"/>
          </a:xfrm>
        </p:spPr>
        <p:txBody>
          <a:bodyPr/>
          <a:lstStyle>
            <a:lvl1pPr marL="0" indent="0">
              <a:buNone/>
              <a:defRPr sz="3543">
                <a:solidFill>
                  <a:schemeClr val="tx1"/>
                </a:solidFill>
              </a:defRPr>
            </a:lvl1pPr>
            <a:lvl2pPr marL="675010" indent="0">
              <a:buNone/>
              <a:defRPr sz="2953">
                <a:solidFill>
                  <a:schemeClr val="tx1">
                    <a:tint val="75000"/>
                  </a:schemeClr>
                </a:solidFill>
              </a:defRPr>
            </a:lvl2pPr>
            <a:lvl3pPr marL="1350020" indent="0">
              <a:buNone/>
              <a:defRPr sz="2658">
                <a:solidFill>
                  <a:schemeClr val="tx1">
                    <a:tint val="75000"/>
                  </a:schemeClr>
                </a:solidFill>
              </a:defRPr>
            </a:lvl3pPr>
            <a:lvl4pPr marL="202503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4pPr>
            <a:lvl5pPr marL="270004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5pPr>
            <a:lvl6pPr marL="337505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6pPr>
            <a:lvl7pPr marL="405006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7pPr>
            <a:lvl8pPr marL="4725071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8pPr>
            <a:lvl9pPr marL="5400081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180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8132" y="3245556"/>
            <a:ext cx="5737543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34425" y="3245556"/>
            <a:ext cx="5737543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862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890" y="649114"/>
            <a:ext cx="11643836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9892" y="2988734"/>
            <a:ext cx="5711174" cy="1464732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892" y="4453467"/>
            <a:ext cx="5711174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34426" y="2988734"/>
            <a:ext cx="5739301" cy="1464732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34426" y="4453467"/>
            <a:ext cx="5739301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813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578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886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890" y="812800"/>
            <a:ext cx="4354134" cy="2844800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9301" y="1755425"/>
            <a:ext cx="6834426" cy="8664222"/>
          </a:xfrm>
        </p:spPr>
        <p:txBody>
          <a:bodyPr/>
          <a:lstStyle>
            <a:lvl1pPr>
              <a:defRPr sz="4724"/>
            </a:lvl1pPr>
            <a:lvl2pPr>
              <a:defRPr sz="4134"/>
            </a:lvl2pPr>
            <a:lvl3pPr>
              <a:defRPr sz="3543"/>
            </a:lvl3pPr>
            <a:lvl4pPr>
              <a:defRPr sz="2953"/>
            </a:lvl4pPr>
            <a:lvl5pPr>
              <a:defRPr sz="2953"/>
            </a:lvl5pPr>
            <a:lvl6pPr>
              <a:defRPr sz="2953"/>
            </a:lvl6pPr>
            <a:lvl7pPr>
              <a:defRPr sz="2953"/>
            </a:lvl7pPr>
            <a:lvl8pPr>
              <a:defRPr sz="2953"/>
            </a:lvl8pPr>
            <a:lvl9pPr>
              <a:defRPr sz="29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890" y="3657600"/>
            <a:ext cx="4354134" cy="6776156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366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890" y="812800"/>
            <a:ext cx="4354134" cy="2844800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39301" y="1755425"/>
            <a:ext cx="6834426" cy="8664222"/>
          </a:xfrm>
        </p:spPr>
        <p:txBody>
          <a:bodyPr anchor="t"/>
          <a:lstStyle>
            <a:lvl1pPr marL="0" indent="0">
              <a:buNone/>
              <a:defRPr sz="4724"/>
            </a:lvl1pPr>
            <a:lvl2pPr marL="675010" indent="0">
              <a:buNone/>
              <a:defRPr sz="4134"/>
            </a:lvl2pPr>
            <a:lvl3pPr marL="1350020" indent="0">
              <a:buNone/>
              <a:defRPr sz="3543"/>
            </a:lvl3pPr>
            <a:lvl4pPr marL="2025030" indent="0">
              <a:buNone/>
              <a:defRPr sz="2953"/>
            </a:lvl4pPr>
            <a:lvl5pPr marL="2700040" indent="0">
              <a:buNone/>
              <a:defRPr sz="2953"/>
            </a:lvl5pPr>
            <a:lvl6pPr marL="3375050" indent="0">
              <a:buNone/>
              <a:defRPr sz="2953"/>
            </a:lvl6pPr>
            <a:lvl7pPr marL="4050060" indent="0">
              <a:buNone/>
              <a:defRPr sz="2953"/>
            </a:lvl7pPr>
            <a:lvl8pPr marL="4725071" indent="0">
              <a:buNone/>
              <a:defRPr sz="2953"/>
            </a:lvl8pPr>
            <a:lvl9pPr marL="5400081" indent="0">
              <a:buNone/>
              <a:defRPr sz="29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890" y="3657600"/>
            <a:ext cx="4354134" cy="6776156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446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940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61010" y="649111"/>
            <a:ext cx="2910959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8133" y="649111"/>
            <a:ext cx="8564126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747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8132" y="649114"/>
            <a:ext cx="11643836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8132" y="3245556"/>
            <a:ext cx="11643836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8132" y="11300181"/>
            <a:ext cx="3037523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71908" y="11300181"/>
            <a:ext cx="4556284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34445" y="11300181"/>
            <a:ext cx="3037523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8354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50020" rtl="0" eaLnBrk="1" latinLnBrk="0" hangingPunct="1">
        <a:lnSpc>
          <a:spcPct val="90000"/>
        </a:lnSpc>
        <a:spcBef>
          <a:spcPct val="0"/>
        </a:spcBef>
        <a:buNone/>
        <a:defRPr sz="64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505" indent="-337505" algn="l" defTabSz="1350020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4134" kern="1200">
          <a:solidFill>
            <a:schemeClr val="tx1"/>
          </a:solidFill>
          <a:latin typeface="+mn-lt"/>
          <a:ea typeface="+mn-ea"/>
          <a:cs typeface="+mn-cs"/>
        </a:defRPr>
      </a:lvl1pPr>
      <a:lvl2pPr marL="101251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68752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953" kern="1200">
          <a:solidFill>
            <a:schemeClr val="tx1"/>
          </a:solidFill>
          <a:latin typeface="+mn-lt"/>
          <a:ea typeface="+mn-ea"/>
          <a:cs typeface="+mn-cs"/>
        </a:defRPr>
      </a:lvl3pPr>
      <a:lvl4pPr marL="236253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303754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71255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38756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506257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73758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1pPr>
      <a:lvl2pPr marL="67501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2pPr>
      <a:lvl3pPr marL="135002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3pPr>
      <a:lvl4pPr marL="202503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270004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37505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05006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472507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40008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64A36-C0F4-E949-46CA-C69F3FD4B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F1AF4B-A046-EE3B-3A8B-8F6A97141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58" y="262119"/>
            <a:ext cx="8101244" cy="31141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CD4E2E-24E4-0C40-75EE-B222F48E6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0525" y="635906"/>
            <a:ext cx="3100398" cy="102158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F2F329-AE42-E61C-DF59-B605A28BC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650" y="3934337"/>
            <a:ext cx="5514057" cy="412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FA4A2-36F8-537D-54C1-1DCF3C1F0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4676E2-503D-0277-A1B3-52B8E1C32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79" y="298143"/>
            <a:ext cx="6982090" cy="77246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F9BF98-3834-64EF-87F1-EDF2027D7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314" y="298143"/>
            <a:ext cx="5052809" cy="80326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9B71C3-8447-FE2D-03BB-947D76742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6390" y="9020908"/>
            <a:ext cx="6010878" cy="287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719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D4F06-EF1F-E926-D40A-9C040B2B8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6A21AA-73FF-614C-D262-ACD981A07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09" y="262742"/>
            <a:ext cx="3258005" cy="42106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7E91C5-B8B8-F511-77F1-02404714D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5956" y="458973"/>
            <a:ext cx="6182588" cy="8287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68F5AC-DDCA-6591-A658-8598A7A92E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8468" y="1908780"/>
            <a:ext cx="2946732" cy="44436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81FD71-A0D9-787F-85CC-54AA5F1436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109" y="4918070"/>
            <a:ext cx="2946731" cy="70111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7B77C0-AD5F-6B4E-E45C-AE1387899C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2072" y="9829800"/>
            <a:ext cx="8037192" cy="19032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D863C6-4A93-5E12-0E6F-213EC68FFF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3077" y="1630920"/>
            <a:ext cx="5336914" cy="748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39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19742-3619-8D6B-9BE0-F6245ADE9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C6CC3B-639C-B890-B130-25EC5B14B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28" y="133290"/>
            <a:ext cx="5679625" cy="8559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B42FAA-E609-FBDC-255E-159E09A97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93" y="9303317"/>
            <a:ext cx="6039693" cy="6192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6F6CA0-86EA-472E-6FD7-768223DB7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429" y="426222"/>
            <a:ext cx="3229426" cy="29341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EFE9B5-FD79-0A5C-E164-0CAE4415A7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5931" y="133290"/>
            <a:ext cx="3197753" cy="85423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E8123C-B9EB-75C5-F22A-FFD318BD0C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3967" y="4018955"/>
            <a:ext cx="3229426" cy="637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46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9429F-6B94-EFCB-C5D8-D3488B21F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9732C8-A153-E91E-678C-178BFC34B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64" y="273737"/>
            <a:ext cx="5953956" cy="41534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37CD95-6810-A6D2-720E-BE9A2CB73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349" y="115609"/>
            <a:ext cx="4418110" cy="77651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D3992E-F408-E99F-EA92-8808D0980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9230" y="2857310"/>
            <a:ext cx="2737058" cy="38820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BF09A5-7B63-B003-1663-438C636E17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368" y="4798331"/>
            <a:ext cx="3861094" cy="61648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79BC955-6AE1-0212-AF3B-370C6E348E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0505" y="6462925"/>
            <a:ext cx="3083696" cy="532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427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86701-0554-0008-7277-FE7D0A14F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16906C-B949-3B3E-1480-6B39764C5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75" y="380201"/>
            <a:ext cx="3701994" cy="78765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B9FA09-8BDF-9E4D-71F3-F24DD9FF9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845" y="1272605"/>
            <a:ext cx="4486901" cy="610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943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051A2-F5B5-5DFF-58F2-F5DF6876F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360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F1DB1-B913-348D-F403-E48557392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724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7613B-37F5-70DA-6A4A-138DDF36A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738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F31A4-EB40-5440-E9B8-23A8A4B31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808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6EAD0-1800-C0F6-5D85-C9EE50D1A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9342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9ACD3-C6B6-A41F-EB97-E39E984DA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9829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501B7-CF61-0881-F6DD-01F58D81C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7262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B8CCB-CBF3-1A69-2C39-D639723AC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8676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14BE8-70EF-3030-2D23-37AC29451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8800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74D43-B186-2513-7F6B-DE6EF528A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3500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CC2A-73D5-A757-012E-0F4DA632F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232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61576-6D09-17C3-E777-5B69927BB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6410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85C97-71C2-41DA-1D76-E5708A6FA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5940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5F6B0-1C21-0F54-A02D-427F29A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41987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AA815-17D8-7314-1653-A05A5AB45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85854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A7C79-39B6-BF61-C9DA-4B392D512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1389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8C192-D618-6680-F128-7D09FA87B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5835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1A4F2-8CB6-4BEF-25FA-C32FDDDC8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70286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EC1A0-5B5D-D05D-AEFF-6B5A3061A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01634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540FA-A81C-07FA-AFB0-D4C967B4E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27451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E93C8-30FE-183C-3EDD-E176E8C14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52295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AB072-6234-7D04-2665-69EDCDF66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23371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30317-8870-2820-7591-49D946978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27186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30321-0442-EBBE-D81F-844B081A9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83468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874D8-BDB5-B07F-8391-AAA63442B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0407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E8302-5D7C-1C7C-287C-CCC0D58D5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1735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A50EF-D6E4-3EB5-3761-EA1CFAA46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56649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6213F-AE65-6E68-C4C6-0297DD173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41834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507AC-F3BF-4494-195C-46657C61B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03019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2F705-ADA1-2D7B-3A2B-BFE8FF08A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18316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EAC27-790C-F947-4797-FBF3E2AF8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44629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C3B81-ED99-F0E0-51CA-22D6F366E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59835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4243C-FC5B-C282-8FAC-F53717E51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88655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3C0E9-D336-7D8E-125D-A490115C7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4833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53</TotalTime>
  <Words>0</Words>
  <Application>Microsoft Office PowerPoint</Application>
  <PresentationFormat>Custom</PresentationFormat>
  <Paragraphs>0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bhavishya kumar mahtao</dc:creator>
  <cp:lastModifiedBy>bhavishya kumar mahtao</cp:lastModifiedBy>
  <cp:revision>4</cp:revision>
  <dcterms:created xsi:type="dcterms:W3CDTF">2026-07-01T06:58:48Z</dcterms:created>
  <dcterms:modified xsi:type="dcterms:W3CDTF">2026-08-19T12:10:14Z</dcterms:modified>
</cp:coreProperties>
</file>