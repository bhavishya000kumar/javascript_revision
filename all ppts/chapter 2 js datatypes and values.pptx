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5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8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7275-E5E0-BC77-B8CC-BFB5FA17F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11454-98A9-7385-6A7D-AE56B9458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E9E51-F037-6F6D-6F59-5FE25A33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56D7E-50D7-EE9A-A08D-76A89545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10BE-726C-F1D7-65CC-DFC55406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3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182-8418-C84B-38E6-B780C555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5FDD-DC89-01EB-4788-AE0BD6D6F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11B95-AABF-0D1B-C706-1A7745F4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20DDB-7FD2-BEFE-1D04-8EE541B7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57BF9-D3E7-A2C4-A35F-93FEA1A5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7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FE76-88FD-E17D-25F6-97AB1BFA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BC19-7FAB-0213-979D-19CBD8285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36939-FA00-7192-761C-B7E4B555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0F978-3427-A865-A9EE-CB20E988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AED71-06DE-FA62-0B13-3571A106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33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CFE5-8A3E-5AD0-0CB8-5124827E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E85F-99D9-9751-427C-979A95DAD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92007-897C-D796-0948-0EB93DF6B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EE4B-398B-0876-9FCC-0F6D0294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BBD2B-B3AC-0AA6-5D6E-0BB79B77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19983-C097-9EA5-439D-80DE679F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79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78DB-72AA-F747-BF9F-887697F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C1A34-7D4E-524F-0F48-E93277076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75DC3-A02F-3F7C-8AC6-F46CFF79E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80EB9-6AD8-448A-3562-DF574F1BF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BE3F6-E4D4-D9D7-1926-FCC10DF08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85526-7822-E860-C4E3-6D6A8265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346C6-3009-DD7F-481F-5A6367FAA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6428A-B375-7B28-B72C-E3D1DBA9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35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FD15-099B-68D9-DBBC-CD9C3CFE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4D19-C105-B3CB-B451-4C06913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E93E5-A32C-54C1-C5BE-71B8C208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D1DCA-D163-D9A3-43DA-45B1A403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59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9ED6C-F39D-C070-D1A4-8D699B64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E4FD4-B118-C9B5-7542-D157F360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0D29-87B8-5961-031B-44373A6E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863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F36F-60CE-1A06-F037-9C8E3CBF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5C38-FF0D-3CCD-27BD-E3E94135D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A323D-0DF7-AB8D-3B4D-704D46C59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C2FF8-867F-4CEB-EFAE-61BB55EA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A2CAC-A0BB-8582-1BA7-120FB145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CE4A-A3F4-ED12-4B97-7958A1D3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4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4155-0B1B-927F-3F51-945A20AD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F1CA0-472E-E646-2B70-BCDE59658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9E186-7A27-081F-0C9B-48EA150F7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E7736-8725-B999-6FB4-C5EE556E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1BC0B-BCA3-ED36-D163-498644B4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6FCD5-26A0-535A-B031-EB1636E2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19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C530-7F96-530F-C565-8E50371C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D4783-C557-0D36-96AB-84254BFBC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E2EA1-5611-5E16-6537-AA56E511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8E8FC-817B-9911-8C21-4FC1753C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5FB58-5C36-E04F-F57A-F4B30622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1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243C3-F609-8F30-8078-5DCB89836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9C6EB-A848-E08A-45B8-5905ECB0D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D188-7F53-693F-B859-A0E14F33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62D1C-729A-01DC-2F5E-34D2DDAB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18F1-EEF2-2E7A-C67F-B84EE18F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7F8AD-D036-BB8C-BE9D-B60BB62A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89D8-DD67-B2AE-83C6-0335489DA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5C33B-95ED-B89F-F21F-33C57603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5D115-0D0D-A262-A76A-8D3317BC1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9F79-EF29-73B0-6747-38CD8042A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98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5F86-02AE-7E12-1A10-556450B4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86FE7F-E36B-52FB-549F-A7B8A6DD79D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776349-CFAC-A5C1-4687-CB09ABF03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106377" cy="5191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87C9EB-0C79-32E6-6E97-8AB652A09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363" y="682051"/>
            <a:ext cx="2934109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7389E-6087-5281-12D8-76FF90C9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EBAD31-EE88-5A18-AFFC-783B6506458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A588F4-9E18-2E0D-8343-22D8D3554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706536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161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F9A5B-5164-1FD9-F7A8-3CCEC9919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098BAE-9CFD-688C-9ED0-BA91A559037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193F05-E681-079F-4D9E-1D12B4425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41449"/>
            <a:ext cx="6582694" cy="5792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0CEEE4-E4AE-6455-C2B2-BCD0E515C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513" y="241449"/>
            <a:ext cx="2610214" cy="6325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13806-604A-D7AA-54C5-A30813D80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301" y="291145"/>
            <a:ext cx="2124371" cy="1352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66067-2D29-8805-27B6-30711CCA9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9" y="6074060"/>
            <a:ext cx="6420746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7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A380-2C97-0918-408D-3B78A090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05FFB2-57FE-1D51-B86B-C1855C3DC61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29B501-6D06-3450-3C6C-162AE2467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4819819" cy="63265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FF43AE-0976-4FA7-0716-DB3B00E88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554" y="1157807"/>
            <a:ext cx="5039428" cy="4305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2F16A2-1C36-2728-458C-FDE6201B3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706" y="0"/>
            <a:ext cx="3036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85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8357-9DBD-675F-AB0A-25CDAECA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4DEF19-D7D5-2A63-B171-A9239B985E7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4EC741-CC9E-7ED0-24D0-EF8E1EF4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31765"/>
            <a:ext cx="4791744" cy="66112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8F2F8-9BB2-D5F1-DC67-C09D388DD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30" y="579528"/>
            <a:ext cx="4096322" cy="5515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D04159-CD2D-EFB9-C994-245DADA5D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752" y="389001"/>
            <a:ext cx="4906060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8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E4A98-B0EA-1676-1789-0188635AB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5AA290-688E-B05D-B90A-DD9C55FFC27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01D0E7-C55B-82EF-B545-33B7B95BE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-3313"/>
            <a:ext cx="3867690" cy="6620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554913-2395-3B93-D36B-BE3CC58FD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023" y="5765881"/>
            <a:ext cx="6220693" cy="1038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91CB9A-69B1-E8DE-5977-838CBE321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075" y="371048"/>
            <a:ext cx="3496163" cy="5077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41B9CA-6CD6-7813-86C6-0E1B9F701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804" y="223390"/>
            <a:ext cx="4286848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0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DBB85-62C1-8C86-6CEB-4F449A81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0FD4DC-F185-09C5-13B8-01171EC87D5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701A38-FBF1-1C74-024D-F500F42D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3867690" cy="1962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8B6641-2C96-066F-E934-174F016F2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560" y="470736"/>
            <a:ext cx="5020376" cy="4829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73DAAD-9AA7-5EF9-D9CC-4BF4229FE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487" y="2771760"/>
            <a:ext cx="4686954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5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AF42-D48C-11E7-3665-7AE9AD06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90CC35-3E02-C890-8D79-E5161D7FC07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4A344F-AA55-E7B2-D494-91B45FCD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00249"/>
            <a:ext cx="5978062" cy="6610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700EEB-81F4-5002-D93B-D1241FD95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039233"/>
            <a:ext cx="5859472" cy="567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2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081D-4553-2C1D-834C-8D24C1DC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E9B355-01EC-B10F-B294-7FB16F45DB6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BB9E97-45C4-2C81-11A8-977C66880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83927"/>
            <a:ext cx="4048690" cy="5696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41ECB-A588-CBAD-D199-194C7D30C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369" y="428714"/>
            <a:ext cx="2962688" cy="4648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209B3B-FBFA-AD5E-0D53-496A43330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438" y="2274345"/>
            <a:ext cx="4429743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8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05A2-FB6D-A433-2ACB-B0F8EB4FC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D7981F-0FBE-B30B-E5B7-241CB87EFD3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E71CD-8FA9-A368-280A-975DD9701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06" y="276146"/>
            <a:ext cx="5639587" cy="4105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A69A18-C3A4-DC57-D17D-36C9FC4D8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180" y="243144"/>
            <a:ext cx="2991267" cy="6487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7BF44B-7373-0E24-21D7-DCF1654ED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206" y="286012"/>
            <a:ext cx="3000794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84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6B131-D49B-EBC0-A3D7-B96D5731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51C540-5827-2FFB-456E-D133B66BC29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12A641-2338-68A4-9B45-866F04734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1" y="313722"/>
            <a:ext cx="4582164" cy="2705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794492-707B-BD04-C181-EA8DD92F9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007" y="237954"/>
            <a:ext cx="2791215" cy="4143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96A040-A3F0-D76F-773E-F26E6DC43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9" y="3404880"/>
            <a:ext cx="3038899" cy="3305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A7A9AA-6683-215D-2550-C2E1A89EE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602" y="371322"/>
            <a:ext cx="2753109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9AD9-4C08-1FAE-EF72-CDCF92BB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F34936-030D-5621-91B0-5227B149167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8790A-E132-72BA-C0C8-DF37183E5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48604"/>
            <a:ext cx="3048425" cy="4134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E13390-1F0B-95C0-C331-13C77BFA3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168" y="248604"/>
            <a:ext cx="2619741" cy="2867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01AAD7-B099-291D-9CCF-2A30B900B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175" y="3116029"/>
            <a:ext cx="5487166" cy="3410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CF38E2-9067-F841-6951-EB48E9C9D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080" y="3741972"/>
            <a:ext cx="3477110" cy="2638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C01497-5008-ED97-5E3F-EAC01B85E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758" y="331545"/>
            <a:ext cx="2619741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6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0931-9D3E-B422-7DF2-E7E562C6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854E3B-9F26-67E0-9B48-ECFC3CF633F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EF23D-F45C-BEE1-E7D6-3FCE2D875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3219899" cy="2534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C7C5E4-4262-5949-AF15-4EA74A678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655" y="147484"/>
            <a:ext cx="2838846" cy="60111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62ECA-DB16-1DFD-A478-95286CFD8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554" y="290074"/>
            <a:ext cx="3839111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03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F1E66-5E47-7ED5-7692-1783742BA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15DD44-01DB-DCD4-C75E-53E2B9CB993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E36BEC-44E6-5297-61A4-9E274A95B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2934109" cy="54776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C48B35-38CC-A9D1-0A9A-601CCB025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680" y="147484"/>
            <a:ext cx="5658640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45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3AF8-D89F-1380-E1E7-53B5D014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594560-DFCD-7D7D-9059-74869634989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DF72B-F832-D3F7-C978-22D8CF886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32" y="147484"/>
            <a:ext cx="6544588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18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4C2CC-EB98-1B97-189D-4D08DDCB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EFD7B3-0C69-D179-F92E-3408DA13736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7F4A9A-F587-6AAA-ADA6-F28D9DDAD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277851" cy="5363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01C7E9-649A-AAD9-398C-354A6DF96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827" y="270995"/>
            <a:ext cx="5353878" cy="34183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31DE47-2E19-EB34-B3B6-30A3F81D9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325" y="4119354"/>
            <a:ext cx="6354062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05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5D665-9517-1E90-8681-7A75809E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08C97E-BAEB-BBA9-81A6-A6410929DD7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7E9ADB-5B09-5EE6-E191-2660AD928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2000529" cy="36676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F72F3-CB31-0B48-0B66-87F44D869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138" y="147484"/>
            <a:ext cx="6535062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49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9F286-35C0-AB53-FAB4-2F865EE1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308557-35EE-3751-DF86-D1424D1CC23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2CD7A-A25D-E845-5A8F-4DF4EDED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8" y="147484"/>
            <a:ext cx="5199555" cy="6295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BED878-35DE-A97A-D5A4-3364AC576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13" y="315373"/>
            <a:ext cx="1552792" cy="2781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24CFE8-DDF6-1C79-B60C-C9F1CAE10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747" y="448204"/>
            <a:ext cx="1286054" cy="2676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7C66DE-9105-1EB1-96D4-A16F28633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8637" y="350465"/>
            <a:ext cx="2191056" cy="49536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7BE944-C743-8291-114B-13C663D2D8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72" y="3486859"/>
            <a:ext cx="1428949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351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3A7E7-F82E-9362-E2BA-80DB32D87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C9DC79-C3B3-04FF-A47D-266F92B0453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427BB-BC05-DBFF-8042-D1B734D52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60522"/>
            <a:ext cx="2038635" cy="2467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85CA1C-C26F-ECA0-49F5-23C25E080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578" y="260522"/>
            <a:ext cx="1390844" cy="2610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AF3A6F-481A-F10F-7B5A-702720FE2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029" y="417751"/>
            <a:ext cx="5944430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52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9EB3-88CF-080F-EA07-24F91BC0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14EA7-804C-A908-F78B-23FC03D4B1B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63573A-4183-D800-E14D-0865CE873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4105848" cy="5191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E0398F-980C-CA1A-8B33-615DE305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67" y="275446"/>
            <a:ext cx="2791215" cy="52204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E57EC7-F597-6C27-EBAB-DD211ACED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991" y="651735"/>
            <a:ext cx="3038899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41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B4118-35B8-65B4-0F21-6D5D9C47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5C086E-C0E3-78C3-6BF3-D7B7130F979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063761-17F5-281F-558C-8936B504A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249008" cy="3762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749EFA-63FA-CC23-0725-599A92D69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408" y="1276354"/>
            <a:ext cx="3258005" cy="5268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075948-0AEF-920E-9797-FA85DB044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751" y="1639937"/>
            <a:ext cx="3142430" cy="45408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0E1A15-F917-576D-4064-6E013CFB5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453" y="258010"/>
            <a:ext cx="4486901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28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CBFE-C1C4-EC6D-E283-B89665D2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CEE58A-B155-66A9-5731-7768E9FD197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F06F4-558B-EE64-0962-4191886D5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4734586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48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B104-7EC2-5E79-855A-DA553048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1E2DAF-FE41-7B3B-334B-310469C15AC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18714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D6EE4-8D45-8F72-47A2-174DE629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CC48E3-BDDF-DBE3-83AE-54854A780E4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48728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5A6A-30B9-B204-18B6-C3D853D86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E51F8-A9C2-08CA-C469-1B481FAF585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61800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083C4-640B-43D0-1488-4C62BFD2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4F4E60-C282-EC87-0BC4-1DC52353B13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4100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52</Words>
  <Application>Microsoft Office PowerPoint</Application>
  <PresentationFormat>Widescreen</PresentationFormat>
  <Paragraphs>546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kumar mahtao</dc:creator>
  <cp:lastModifiedBy>bhavishya kumar mahtao</cp:lastModifiedBy>
  <cp:revision>2</cp:revision>
  <dcterms:created xsi:type="dcterms:W3CDTF">2026-07-01T06:58:48Z</dcterms:created>
  <dcterms:modified xsi:type="dcterms:W3CDTF">2026-08-18T20:45:44Z</dcterms:modified>
</cp:coreProperties>
</file>