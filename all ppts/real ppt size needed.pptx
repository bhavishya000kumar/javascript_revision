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96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</p:sldIdLst>
  <p:sldSz cx="124206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57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545" y="1995312"/>
            <a:ext cx="10557510" cy="4244622"/>
          </a:xfrm>
        </p:spPr>
        <p:txBody>
          <a:bodyPr anchor="b"/>
          <a:lstStyle>
            <a:lvl1pPr algn="ctr">
              <a:defRPr sz="8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2575" y="6403623"/>
            <a:ext cx="9315450" cy="2943577"/>
          </a:xfrm>
        </p:spPr>
        <p:txBody>
          <a:bodyPr/>
          <a:lstStyle>
            <a:lvl1pPr marL="0" indent="0" algn="ctr">
              <a:buNone/>
              <a:defRPr sz="3260"/>
            </a:lvl1pPr>
            <a:lvl2pPr marL="621015" indent="0" algn="ctr">
              <a:buNone/>
              <a:defRPr sz="2717"/>
            </a:lvl2pPr>
            <a:lvl3pPr marL="1242030" indent="0" algn="ctr">
              <a:buNone/>
              <a:defRPr sz="2445"/>
            </a:lvl3pPr>
            <a:lvl4pPr marL="1863044" indent="0" algn="ctr">
              <a:buNone/>
              <a:defRPr sz="2173"/>
            </a:lvl4pPr>
            <a:lvl5pPr marL="2484059" indent="0" algn="ctr">
              <a:buNone/>
              <a:defRPr sz="2173"/>
            </a:lvl5pPr>
            <a:lvl6pPr marL="3105074" indent="0" algn="ctr">
              <a:buNone/>
              <a:defRPr sz="2173"/>
            </a:lvl6pPr>
            <a:lvl7pPr marL="3726089" indent="0" algn="ctr">
              <a:buNone/>
              <a:defRPr sz="2173"/>
            </a:lvl7pPr>
            <a:lvl8pPr marL="4347103" indent="0" algn="ctr">
              <a:buNone/>
              <a:defRPr sz="2173"/>
            </a:lvl8pPr>
            <a:lvl9pPr marL="4968118" indent="0" algn="ctr">
              <a:buNone/>
              <a:defRPr sz="2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77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448" y="3039537"/>
            <a:ext cx="10712768" cy="5071532"/>
          </a:xfrm>
        </p:spPr>
        <p:txBody>
          <a:bodyPr anchor="b"/>
          <a:lstStyle>
            <a:lvl1pPr>
              <a:defRPr sz="8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7448" y="8159048"/>
            <a:ext cx="10712768" cy="2666999"/>
          </a:xfrm>
        </p:spPr>
        <p:txBody>
          <a:bodyPr/>
          <a:lstStyle>
            <a:lvl1pPr marL="0" indent="0">
              <a:buNone/>
              <a:defRPr sz="3260">
                <a:solidFill>
                  <a:schemeClr val="tx1"/>
                </a:solidFill>
              </a:defRPr>
            </a:lvl1pPr>
            <a:lvl2pPr marL="621015" indent="0">
              <a:buNone/>
              <a:defRPr sz="2717">
                <a:solidFill>
                  <a:schemeClr val="tx1">
                    <a:tint val="75000"/>
                  </a:schemeClr>
                </a:solidFill>
              </a:defRPr>
            </a:lvl2pPr>
            <a:lvl3pPr marL="1242030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3pPr>
            <a:lvl4pPr marL="186304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4pPr>
            <a:lvl5pPr marL="2484059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5pPr>
            <a:lvl6pPr marL="310507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6pPr>
            <a:lvl7pPr marL="3726089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7pPr>
            <a:lvl8pPr marL="4347103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8pPr>
            <a:lvl9pPr marL="4968118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6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3916" y="3245556"/>
            <a:ext cx="5278755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929" y="3245556"/>
            <a:ext cx="5278755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34" y="649114"/>
            <a:ext cx="10712768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535" y="2988734"/>
            <a:ext cx="5254495" cy="1464732"/>
          </a:xfrm>
        </p:spPr>
        <p:txBody>
          <a:bodyPr anchor="b"/>
          <a:lstStyle>
            <a:lvl1pPr marL="0" indent="0">
              <a:buNone/>
              <a:defRPr sz="3260" b="1"/>
            </a:lvl1pPr>
            <a:lvl2pPr marL="621015" indent="0">
              <a:buNone/>
              <a:defRPr sz="2717" b="1"/>
            </a:lvl2pPr>
            <a:lvl3pPr marL="1242030" indent="0">
              <a:buNone/>
              <a:defRPr sz="2445" b="1"/>
            </a:lvl3pPr>
            <a:lvl4pPr marL="1863044" indent="0">
              <a:buNone/>
              <a:defRPr sz="2173" b="1"/>
            </a:lvl4pPr>
            <a:lvl5pPr marL="2484059" indent="0">
              <a:buNone/>
              <a:defRPr sz="2173" b="1"/>
            </a:lvl5pPr>
            <a:lvl6pPr marL="3105074" indent="0">
              <a:buNone/>
              <a:defRPr sz="2173" b="1"/>
            </a:lvl6pPr>
            <a:lvl7pPr marL="3726089" indent="0">
              <a:buNone/>
              <a:defRPr sz="2173" b="1"/>
            </a:lvl7pPr>
            <a:lvl8pPr marL="4347103" indent="0">
              <a:buNone/>
              <a:defRPr sz="2173" b="1"/>
            </a:lvl8pPr>
            <a:lvl9pPr marL="4968118" indent="0">
              <a:buNone/>
              <a:defRPr sz="2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5535" y="4453467"/>
            <a:ext cx="525449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7929" y="2988734"/>
            <a:ext cx="5280373" cy="1464732"/>
          </a:xfrm>
        </p:spPr>
        <p:txBody>
          <a:bodyPr anchor="b"/>
          <a:lstStyle>
            <a:lvl1pPr marL="0" indent="0">
              <a:buNone/>
              <a:defRPr sz="3260" b="1"/>
            </a:lvl1pPr>
            <a:lvl2pPr marL="621015" indent="0">
              <a:buNone/>
              <a:defRPr sz="2717" b="1"/>
            </a:lvl2pPr>
            <a:lvl3pPr marL="1242030" indent="0">
              <a:buNone/>
              <a:defRPr sz="2445" b="1"/>
            </a:lvl3pPr>
            <a:lvl4pPr marL="1863044" indent="0">
              <a:buNone/>
              <a:defRPr sz="2173" b="1"/>
            </a:lvl4pPr>
            <a:lvl5pPr marL="2484059" indent="0">
              <a:buNone/>
              <a:defRPr sz="2173" b="1"/>
            </a:lvl5pPr>
            <a:lvl6pPr marL="3105074" indent="0">
              <a:buNone/>
              <a:defRPr sz="2173" b="1"/>
            </a:lvl6pPr>
            <a:lvl7pPr marL="3726089" indent="0">
              <a:buNone/>
              <a:defRPr sz="2173" b="1"/>
            </a:lvl7pPr>
            <a:lvl8pPr marL="4347103" indent="0">
              <a:buNone/>
              <a:defRPr sz="2173" b="1"/>
            </a:lvl8pPr>
            <a:lvl9pPr marL="4968118" indent="0">
              <a:buNone/>
              <a:defRPr sz="2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87929" y="4453467"/>
            <a:ext cx="528037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39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18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69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34" y="812800"/>
            <a:ext cx="4005967" cy="2844800"/>
          </a:xfrm>
        </p:spPr>
        <p:txBody>
          <a:bodyPr anchor="b"/>
          <a:lstStyle>
            <a:lvl1pPr>
              <a:defRPr sz="4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73" y="1755425"/>
            <a:ext cx="6287929" cy="8664222"/>
          </a:xfrm>
        </p:spPr>
        <p:txBody>
          <a:bodyPr/>
          <a:lstStyle>
            <a:lvl1pPr>
              <a:defRPr sz="4347"/>
            </a:lvl1pPr>
            <a:lvl2pPr>
              <a:defRPr sz="3803"/>
            </a:lvl2pPr>
            <a:lvl3pPr>
              <a:defRPr sz="3260"/>
            </a:lvl3pPr>
            <a:lvl4pPr>
              <a:defRPr sz="2717"/>
            </a:lvl4pPr>
            <a:lvl5pPr>
              <a:defRPr sz="2717"/>
            </a:lvl5pPr>
            <a:lvl6pPr>
              <a:defRPr sz="2717"/>
            </a:lvl6pPr>
            <a:lvl7pPr>
              <a:defRPr sz="2717"/>
            </a:lvl7pPr>
            <a:lvl8pPr>
              <a:defRPr sz="2717"/>
            </a:lvl8pPr>
            <a:lvl9pPr>
              <a:defRPr sz="27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5534" y="3657600"/>
            <a:ext cx="4005967" cy="6776156"/>
          </a:xfrm>
        </p:spPr>
        <p:txBody>
          <a:bodyPr/>
          <a:lstStyle>
            <a:lvl1pPr marL="0" indent="0">
              <a:buNone/>
              <a:defRPr sz="2173"/>
            </a:lvl1pPr>
            <a:lvl2pPr marL="621015" indent="0">
              <a:buNone/>
              <a:defRPr sz="1902"/>
            </a:lvl2pPr>
            <a:lvl3pPr marL="1242030" indent="0">
              <a:buNone/>
              <a:defRPr sz="1630"/>
            </a:lvl3pPr>
            <a:lvl4pPr marL="1863044" indent="0">
              <a:buNone/>
              <a:defRPr sz="1358"/>
            </a:lvl4pPr>
            <a:lvl5pPr marL="2484059" indent="0">
              <a:buNone/>
              <a:defRPr sz="1358"/>
            </a:lvl5pPr>
            <a:lvl6pPr marL="3105074" indent="0">
              <a:buNone/>
              <a:defRPr sz="1358"/>
            </a:lvl6pPr>
            <a:lvl7pPr marL="3726089" indent="0">
              <a:buNone/>
              <a:defRPr sz="1358"/>
            </a:lvl7pPr>
            <a:lvl8pPr marL="4347103" indent="0">
              <a:buNone/>
              <a:defRPr sz="1358"/>
            </a:lvl8pPr>
            <a:lvl9pPr marL="4968118" indent="0">
              <a:buNone/>
              <a:defRPr sz="1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50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34" y="812800"/>
            <a:ext cx="4005967" cy="2844800"/>
          </a:xfrm>
        </p:spPr>
        <p:txBody>
          <a:bodyPr anchor="b"/>
          <a:lstStyle>
            <a:lvl1pPr>
              <a:defRPr sz="4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80373" y="1755425"/>
            <a:ext cx="6287929" cy="8664222"/>
          </a:xfrm>
        </p:spPr>
        <p:txBody>
          <a:bodyPr anchor="t"/>
          <a:lstStyle>
            <a:lvl1pPr marL="0" indent="0">
              <a:buNone/>
              <a:defRPr sz="4347"/>
            </a:lvl1pPr>
            <a:lvl2pPr marL="621015" indent="0">
              <a:buNone/>
              <a:defRPr sz="3803"/>
            </a:lvl2pPr>
            <a:lvl3pPr marL="1242030" indent="0">
              <a:buNone/>
              <a:defRPr sz="3260"/>
            </a:lvl3pPr>
            <a:lvl4pPr marL="1863044" indent="0">
              <a:buNone/>
              <a:defRPr sz="2717"/>
            </a:lvl4pPr>
            <a:lvl5pPr marL="2484059" indent="0">
              <a:buNone/>
              <a:defRPr sz="2717"/>
            </a:lvl5pPr>
            <a:lvl6pPr marL="3105074" indent="0">
              <a:buNone/>
              <a:defRPr sz="2717"/>
            </a:lvl6pPr>
            <a:lvl7pPr marL="3726089" indent="0">
              <a:buNone/>
              <a:defRPr sz="2717"/>
            </a:lvl7pPr>
            <a:lvl8pPr marL="4347103" indent="0">
              <a:buNone/>
              <a:defRPr sz="2717"/>
            </a:lvl8pPr>
            <a:lvl9pPr marL="4968118" indent="0">
              <a:buNone/>
              <a:defRPr sz="27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5534" y="3657600"/>
            <a:ext cx="4005967" cy="6776156"/>
          </a:xfrm>
        </p:spPr>
        <p:txBody>
          <a:bodyPr/>
          <a:lstStyle>
            <a:lvl1pPr marL="0" indent="0">
              <a:buNone/>
              <a:defRPr sz="2173"/>
            </a:lvl1pPr>
            <a:lvl2pPr marL="621015" indent="0">
              <a:buNone/>
              <a:defRPr sz="1902"/>
            </a:lvl2pPr>
            <a:lvl3pPr marL="1242030" indent="0">
              <a:buNone/>
              <a:defRPr sz="1630"/>
            </a:lvl3pPr>
            <a:lvl4pPr marL="1863044" indent="0">
              <a:buNone/>
              <a:defRPr sz="1358"/>
            </a:lvl4pPr>
            <a:lvl5pPr marL="2484059" indent="0">
              <a:buNone/>
              <a:defRPr sz="1358"/>
            </a:lvl5pPr>
            <a:lvl6pPr marL="3105074" indent="0">
              <a:buNone/>
              <a:defRPr sz="1358"/>
            </a:lvl6pPr>
            <a:lvl7pPr marL="3726089" indent="0">
              <a:buNone/>
              <a:defRPr sz="1358"/>
            </a:lvl7pPr>
            <a:lvl8pPr marL="4347103" indent="0">
              <a:buNone/>
              <a:defRPr sz="1358"/>
            </a:lvl8pPr>
            <a:lvl9pPr marL="4968118" indent="0">
              <a:buNone/>
              <a:defRPr sz="1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99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13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88492" y="649111"/>
            <a:ext cx="2678192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3917" y="649111"/>
            <a:ext cx="7879318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7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916" y="649114"/>
            <a:ext cx="10712768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916" y="3245556"/>
            <a:ext cx="10712768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916" y="11300181"/>
            <a:ext cx="279463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324" y="11300181"/>
            <a:ext cx="419195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2049" y="11300181"/>
            <a:ext cx="279463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52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42030" rtl="0" eaLnBrk="1" latinLnBrk="0" hangingPunct="1">
        <a:lnSpc>
          <a:spcPct val="90000"/>
        </a:lnSpc>
        <a:spcBef>
          <a:spcPct val="0"/>
        </a:spcBef>
        <a:buNone/>
        <a:defRPr sz="59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507" indent="-310507" algn="l" defTabSz="1242030" rtl="0" eaLnBrk="1" latinLnBrk="0" hangingPunct="1">
        <a:lnSpc>
          <a:spcPct val="90000"/>
        </a:lnSpc>
        <a:spcBef>
          <a:spcPts val="1358"/>
        </a:spcBef>
        <a:buFont typeface="Arial" panose="020B0604020202020204" pitchFamily="34" charset="0"/>
        <a:buChar char="•"/>
        <a:defRPr sz="3803" kern="1200">
          <a:solidFill>
            <a:schemeClr val="tx1"/>
          </a:solidFill>
          <a:latin typeface="+mn-lt"/>
          <a:ea typeface="+mn-ea"/>
          <a:cs typeface="+mn-cs"/>
        </a:defRPr>
      </a:lvl1pPr>
      <a:lvl2pPr marL="931522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3260" kern="1200">
          <a:solidFill>
            <a:schemeClr val="tx1"/>
          </a:solidFill>
          <a:latin typeface="+mn-lt"/>
          <a:ea typeface="+mn-ea"/>
          <a:cs typeface="+mn-cs"/>
        </a:defRPr>
      </a:lvl2pPr>
      <a:lvl3pPr marL="1552537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717" kern="1200">
          <a:solidFill>
            <a:schemeClr val="tx1"/>
          </a:solidFill>
          <a:latin typeface="+mn-lt"/>
          <a:ea typeface="+mn-ea"/>
          <a:cs typeface="+mn-cs"/>
        </a:defRPr>
      </a:lvl3pPr>
      <a:lvl4pPr marL="2173552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4pPr>
      <a:lvl5pPr marL="2794566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5pPr>
      <a:lvl6pPr marL="3415581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6pPr>
      <a:lvl7pPr marL="4036596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7pPr>
      <a:lvl8pPr marL="4657611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8pPr>
      <a:lvl9pPr marL="5278625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1pPr>
      <a:lvl2pPr marL="621015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2pPr>
      <a:lvl3pPr marL="1242030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3pPr>
      <a:lvl4pPr marL="1863044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4pPr>
      <a:lvl5pPr marL="2484059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5pPr>
      <a:lvl6pPr marL="3105074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6pPr>
      <a:lvl7pPr marL="3726089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7pPr>
      <a:lvl8pPr marL="4347103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8pPr>
      <a:lvl9pPr marL="4968118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4A36-C0F4-E949-46CA-C69F3FD4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5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FA4A2-36F8-537D-54C1-1DCF3C1F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71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4F06-EF1F-E926-D40A-9C040B2B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9742-3619-8D6B-9BE0-F6245ADE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429F-6B94-EFCB-C5D8-D3488B21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42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6701-0554-0008-7277-FE7D0A14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94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51A2-F5B5-5DFF-58F2-F5DF6876F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36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1DB1-B913-348D-F403-E4855739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72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613B-37F5-70DA-6A4A-138DDF36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73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F31A4-EB40-5440-E9B8-23A8A4B3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0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EAD0-1800-C0F6-5D85-C9EE50D1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34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ACD3-C6B6-A41F-EB97-E39E984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82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01B7-CF61-0881-F6DD-01F58D81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262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8CCB-CBF3-1A69-2C39-D639723A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67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4BE8-70EF-3030-2D23-37AC2945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800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4D43-B186-2513-7F6B-DE6EF528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500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CC2A-73D5-A757-012E-0F4DA632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232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1576-6D09-17C3-E777-5B69927B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410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5C97-71C2-41DA-1D76-E5708A6F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4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F6B0-1C21-0F54-A02D-427F29A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98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A815-17D8-7314-1653-A05A5AB4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585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7C79-39B6-BF61-C9DA-4B392D51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38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8C192-D618-6680-F128-7D09FA8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835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1A4F2-8CB6-4BEF-25FA-C32FDDDC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28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C1A0-5B5D-D05D-AEFF-6B5A3061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163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40FA-A81C-07FA-AFB0-D4C967B4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745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E93C8-30FE-183C-3EDD-E176E8C1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229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B072-6234-7D04-2665-69EDCDF6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337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0317-8870-2820-7591-49D94697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718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0321-0442-EBBE-D81F-844B081A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346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74D8-BDB5-B07F-8391-AAA63442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40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8302-5D7C-1C7C-287C-CCC0D58D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73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50EF-D6E4-3EB5-3761-EA1CFAA4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664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213F-AE65-6E68-C4C6-0297DD17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183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507AC-F3BF-4494-195C-46657C61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301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F705-ADA1-2D7B-3A2B-BFE8FF08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831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EAC27-790C-F947-4797-FBF3E2AF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462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3B81-ED99-F0E0-51CA-22D6F366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983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243C-FC5B-C282-8FAC-F53717E5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865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C0E9-D336-7D8E-125D-A490115C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833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0</Words>
  <Application>Microsoft Office PowerPoint</Application>
  <PresentationFormat>Custom</PresentationFormat>
  <Paragraphs>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2</cp:revision>
  <dcterms:created xsi:type="dcterms:W3CDTF">2026-07-01T06:58:48Z</dcterms:created>
  <dcterms:modified xsi:type="dcterms:W3CDTF">2026-08-18T21:00:32Z</dcterms:modified>
</cp:coreProperties>
</file>