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5" r:id="rId2"/>
    <p:sldId id="39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7275-E5E0-BC77-B8CC-BFB5FA17F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11454-98A9-7385-6A7D-AE56B9458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E9E51-F037-6F6D-6F59-5FE25A337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56D7E-50D7-EE9A-A08D-76A89545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510BE-726C-F1D7-65CC-DFC55406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43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182-8418-C84B-38E6-B780C555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05FDD-DC89-01EB-4788-AE0BD6D6F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11B95-AABF-0D1B-C706-1A7745F4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20DDB-7FD2-BEFE-1D04-8EE541B7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57BF9-D3E7-A2C4-A35F-93FEA1A5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87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FE76-88FD-E17D-25F6-97AB1BFA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FBC19-7FAB-0213-979D-19CBD8285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36939-FA00-7192-761C-B7E4B555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0F978-3427-A865-A9EE-CB20E988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AED71-06DE-FA62-0B13-3571A106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33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CFE5-8A3E-5AD0-0CB8-5124827EE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4E85F-99D9-9751-427C-979A95DAD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92007-897C-D796-0948-0EB93DF6B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EE4B-398B-0876-9FCC-0F6D02940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BBD2B-B3AC-0AA6-5D6E-0BB79B77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19983-C097-9EA5-439D-80DE679F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79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78DB-72AA-F747-BF9F-887697F8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C1A34-7D4E-524F-0F48-E93277076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75DC3-A02F-3F7C-8AC6-F46CFF79E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80EB9-6AD8-448A-3562-DF574F1BF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BE3F6-E4D4-D9D7-1926-FCC10DF08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85526-7822-E860-C4E3-6D6A8265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346C6-3009-DD7F-481F-5A6367FAA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6428A-B375-7B28-B72C-E3D1DBA9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35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AFD15-099B-68D9-DBBC-CD9C3CFE1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4D19-C105-B3CB-B451-4C069137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E93E5-A32C-54C1-C5BE-71B8C208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D1DCA-D163-D9A3-43DA-45B1A403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59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9ED6C-F39D-C070-D1A4-8D699B64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E4FD4-B118-C9B5-7542-D157F360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0D29-87B8-5961-031B-44373A6E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863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F36F-60CE-1A06-F037-9C8E3CBF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95C38-FF0D-3CCD-27BD-E3E94135D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A323D-0DF7-AB8D-3B4D-704D46C59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C2FF8-867F-4CEB-EFAE-61BB55EA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A2CAC-A0BB-8582-1BA7-120FB145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DCE4A-A3F4-ED12-4B97-7958A1D3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4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4155-0B1B-927F-3F51-945A20AD9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F1CA0-472E-E646-2B70-BCDE59658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9E186-7A27-081F-0C9B-48EA150F7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E7736-8725-B999-6FB4-C5EE556E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1BC0B-BCA3-ED36-D163-498644B4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6FCD5-26A0-535A-B031-EB1636E2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19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C530-7F96-530F-C565-8E50371C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D4783-C557-0D36-96AB-84254BFBC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E2EA1-5611-5E16-6537-AA56E511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8E8FC-817B-9911-8C21-4FC1753C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5FB58-5C36-E04F-F57A-F4B30622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41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243C3-F609-8F30-8078-5DCB89836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9C6EB-A848-E08A-45B8-5905ECB0D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FD188-7F53-693F-B859-A0E14F33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62D1C-729A-01DC-2F5E-34D2DDAB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018F1-EEF2-2E7A-C67F-B84EE18F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7F8AD-D036-BB8C-BE9D-B60BB62A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89D8-DD67-B2AE-83C6-0335489DA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5C33B-95ED-B89F-F21F-33C57603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2F8B6-8A5C-47C8-9690-200B2661F573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5D115-0D0D-A262-A76A-8D3317BC1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C9F79-EF29-73B0-6747-38CD8042A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98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5F86-02AE-7E12-1A10-556450B4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86FE7F-E36B-52FB-549F-A7B8A6DD79D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180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4A36-C0F4-E949-46CA-C69F3FD4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D0280B-EE45-E5B4-572D-6528A82874C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91566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bhavishya kumar mahtao</dc:creator>
  <cp:lastModifiedBy>bhavishya kumar mahtao</cp:lastModifiedBy>
  <cp:revision>1</cp:revision>
  <dcterms:created xsi:type="dcterms:W3CDTF">2026-07-01T06:58:48Z</dcterms:created>
  <dcterms:modified xsi:type="dcterms:W3CDTF">2026-07-01T06:59:02Z</dcterms:modified>
</cp:coreProperties>
</file>