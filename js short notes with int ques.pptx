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95" r:id="rId2"/>
    <p:sldId id="396" r:id="rId3"/>
    <p:sldId id="397" r:id="rId4"/>
    <p:sldId id="398" r:id="rId5"/>
    <p:sldId id="399" r:id="rId6"/>
    <p:sldId id="400" r:id="rId7"/>
    <p:sldId id="401" r:id="rId8"/>
    <p:sldId id="402" r:id="rId9"/>
    <p:sldId id="403" r:id="rId10"/>
    <p:sldId id="404" r:id="rId11"/>
    <p:sldId id="405" r:id="rId12"/>
    <p:sldId id="406" r:id="rId13"/>
    <p:sldId id="407" r:id="rId14"/>
    <p:sldId id="408" r:id="rId15"/>
    <p:sldId id="409" r:id="rId16"/>
    <p:sldId id="410" r:id="rId17"/>
    <p:sldId id="411" r:id="rId18"/>
    <p:sldId id="412" r:id="rId19"/>
    <p:sldId id="413" r:id="rId20"/>
    <p:sldId id="414" r:id="rId21"/>
    <p:sldId id="415" r:id="rId22"/>
    <p:sldId id="416" r:id="rId23"/>
    <p:sldId id="417" r:id="rId24"/>
    <p:sldId id="418" r:id="rId25"/>
    <p:sldId id="419" r:id="rId26"/>
    <p:sldId id="420" r:id="rId27"/>
    <p:sldId id="421" r:id="rId28"/>
    <p:sldId id="422" r:id="rId29"/>
    <p:sldId id="423" r:id="rId30"/>
    <p:sldId id="424" r:id="rId31"/>
    <p:sldId id="425" r:id="rId32"/>
    <p:sldId id="426" r:id="rId33"/>
    <p:sldId id="427" r:id="rId34"/>
    <p:sldId id="428" r:id="rId35"/>
    <p:sldId id="429" r:id="rId36"/>
    <p:sldId id="430" r:id="rId37"/>
    <p:sldId id="431" r:id="rId38"/>
    <p:sldId id="432" r:id="rId39"/>
    <p:sldId id="433" r:id="rId40"/>
    <p:sldId id="434" r:id="rId41"/>
    <p:sldId id="435" r:id="rId42"/>
    <p:sldId id="436" r:id="rId43"/>
    <p:sldId id="437" r:id="rId44"/>
    <p:sldId id="438" r:id="rId45"/>
    <p:sldId id="439" r:id="rId46"/>
    <p:sldId id="440" r:id="rId47"/>
    <p:sldId id="441" r:id="rId48"/>
    <p:sldId id="442" r:id="rId49"/>
    <p:sldId id="443" r:id="rId50"/>
    <p:sldId id="444" r:id="rId51"/>
    <p:sldId id="445" r:id="rId52"/>
    <p:sldId id="446" r:id="rId53"/>
    <p:sldId id="447" r:id="rId54"/>
    <p:sldId id="448" r:id="rId55"/>
    <p:sldId id="449" r:id="rId56"/>
    <p:sldId id="450" r:id="rId57"/>
    <p:sldId id="451" r:id="rId58"/>
    <p:sldId id="452" r:id="rId59"/>
    <p:sldId id="453" r:id="rId60"/>
    <p:sldId id="454" r:id="rId61"/>
    <p:sldId id="455" r:id="rId62"/>
    <p:sldId id="456" r:id="rId63"/>
    <p:sldId id="457" r:id="rId64"/>
    <p:sldId id="458" r:id="rId65"/>
    <p:sldId id="459" r:id="rId66"/>
    <p:sldId id="460" r:id="rId67"/>
    <p:sldId id="461" r:id="rId68"/>
    <p:sldId id="462" r:id="rId69"/>
    <p:sldId id="463" r:id="rId70"/>
    <p:sldId id="464" r:id="rId71"/>
    <p:sldId id="465" r:id="rId72"/>
    <p:sldId id="466" r:id="rId73"/>
    <p:sldId id="467" r:id="rId74"/>
    <p:sldId id="468" r:id="rId75"/>
    <p:sldId id="469" r:id="rId76"/>
    <p:sldId id="470" r:id="rId77"/>
    <p:sldId id="471" r:id="rId78"/>
    <p:sldId id="472" r:id="rId79"/>
    <p:sldId id="473" r:id="rId80"/>
    <p:sldId id="474" r:id="rId81"/>
    <p:sldId id="475" r:id="rId82"/>
    <p:sldId id="476" r:id="rId83"/>
    <p:sldId id="477" r:id="rId84"/>
    <p:sldId id="478" r:id="rId85"/>
    <p:sldId id="479" r:id="rId86"/>
    <p:sldId id="480" r:id="rId87"/>
    <p:sldId id="481" r:id="rId88"/>
    <p:sldId id="482" r:id="rId89"/>
    <p:sldId id="483" r:id="rId90"/>
    <p:sldId id="484" r:id="rId91"/>
    <p:sldId id="485" r:id="rId92"/>
    <p:sldId id="486" r:id="rId93"/>
    <p:sldId id="487" r:id="rId94"/>
    <p:sldId id="488" r:id="rId95"/>
    <p:sldId id="489" r:id="rId96"/>
    <p:sldId id="490" r:id="rId97"/>
    <p:sldId id="491" r:id="rId98"/>
    <p:sldId id="492" r:id="rId99"/>
    <p:sldId id="493" r:id="rId100"/>
    <p:sldId id="494" r:id="rId101"/>
    <p:sldId id="495" r:id="rId102"/>
    <p:sldId id="496" r:id="rId103"/>
    <p:sldId id="497" r:id="rId104"/>
    <p:sldId id="498" r:id="rId105"/>
    <p:sldId id="499" r:id="rId106"/>
    <p:sldId id="500" r:id="rId107"/>
    <p:sldId id="501" r:id="rId10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58" y="4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tableStyles" Target="tableStyle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presProps" Target="presProp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A7275-E5E0-BC77-B8CC-BFB5FA17F3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911454-98A9-7385-6A7D-AE56B94581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DE9E51-F037-6F6D-6F59-5FE25A337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2F8B6-8A5C-47C8-9690-200B2661F573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956D7E-50D7-EE9A-A08D-76A895458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6510BE-726C-F1D7-65CC-DFC55406B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24A0A-45E1-4DF5-BF9E-123FD7968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0431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63182-8418-C84B-38E6-B780C5556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05FDD-DC89-01EB-4788-AE0BD6D6F3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11B95-AABF-0D1B-C706-1A7745F46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2F8B6-8A5C-47C8-9690-200B2661F573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320DDB-7FD2-BEFE-1D04-8EE541B78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57BF9-D3E7-A2C4-A35F-93FEA1A5B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24A0A-45E1-4DF5-BF9E-123FD7968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1874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8FE76-88FD-E17D-25F6-97AB1BFA6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FFBC19-7FAB-0213-979D-19CBD8285A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B36939-FA00-7192-761C-B7E4B555B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2F8B6-8A5C-47C8-9690-200B2661F573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70F978-3427-A865-A9EE-CB20E988D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AED71-06DE-FA62-0B13-3571A1066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24A0A-45E1-4DF5-BF9E-123FD7968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4339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DCFE5-8A3E-5AD0-0CB8-5124827EE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4E85F-99D9-9751-427C-979A95DAD6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292007-897C-D796-0948-0EB93DF6BF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1EEE4B-398B-0876-9FCC-0F6D02940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2F8B6-8A5C-47C8-9690-200B2661F573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8BBD2B-B3AC-0AA6-5D6E-0BB79B77E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19983-C097-9EA5-439D-80DE679FA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24A0A-45E1-4DF5-BF9E-123FD7968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3796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578DB-72AA-F747-BF9F-887697F84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3C1A34-7D4E-524F-0F48-E932770764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675DC3-A02F-3F7C-8AC6-F46CFF79E5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C80EB9-6AD8-448A-3562-DF574F1BF3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7BE3F6-E4D4-D9D7-1926-FCC10DF086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685526-7822-E860-C4E3-6D6A82650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2F8B6-8A5C-47C8-9690-200B2661F573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D346C6-3009-DD7F-481F-5A6367FAA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36428A-B375-7B28-B72C-E3D1DBA9C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24A0A-45E1-4DF5-BF9E-123FD7968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356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AFD15-099B-68D9-DBBC-CD9C3CFE1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14D19-C105-B3CB-B451-4C0691376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2F8B6-8A5C-47C8-9690-200B2661F573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FE93E5-A32C-54C1-C5BE-71B8C2089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0D1DCA-D163-D9A3-43DA-45B1A403B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24A0A-45E1-4DF5-BF9E-123FD7968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0591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D9ED6C-F39D-C070-D1A4-8D699B64F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2F8B6-8A5C-47C8-9690-200B2661F573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3E4FD4-B118-C9B5-7542-D157F3609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6E0D29-87B8-5961-031B-44373A6EC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24A0A-45E1-4DF5-BF9E-123FD7968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4863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2F36F-60CE-1A06-F037-9C8E3CBFD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95C38-FF0D-3CCD-27BD-E3E94135D8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2A323D-0DF7-AB8D-3B4D-704D46C596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2C2FF8-867F-4CEB-EFAE-61BB55EAB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2F8B6-8A5C-47C8-9690-200B2661F573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6A2CAC-A0BB-8582-1BA7-120FB145E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BDCE4A-A3F4-ED12-4B97-7958A1D3B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24A0A-45E1-4DF5-BF9E-123FD7968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8849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14155-0B1B-927F-3F51-945A20AD9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1F1CA0-472E-E646-2B70-BCDE596584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A9E186-7A27-081F-0C9B-48EA150F7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0E7736-8725-B999-6FB4-C5EE556E4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2F8B6-8A5C-47C8-9690-200B2661F573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31BC0B-BCA3-ED36-D163-498644B47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D6FCD5-26A0-535A-B031-EB1636E2C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24A0A-45E1-4DF5-BF9E-123FD7968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5919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1C530-7F96-530F-C565-8E50371C1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5D4783-C557-0D36-96AB-84254BFBCC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0E2EA1-5611-5E16-6537-AA56E511C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2F8B6-8A5C-47C8-9690-200B2661F573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E8E8FC-817B-9911-8C21-4FC1753C0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5FB58-5C36-E04F-F57A-F4B30622E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24A0A-45E1-4DF5-BF9E-123FD7968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8416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9243C3-F609-8F30-8078-5DCB89836D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59C6EB-A848-E08A-45B8-5905ECB0DB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FD188-7F53-693F-B859-A0E14F333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2F8B6-8A5C-47C8-9690-200B2661F573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C62D1C-729A-01DC-2F5E-34D2DDABB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9018F1-EEF2-2E7A-C67F-B84EE18F8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24A0A-45E1-4DF5-BF9E-123FD7968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5274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97F8AD-D036-BB8C-BE9D-B60BB62A6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4189D8-DD67-B2AE-83C6-0335489DA4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45C33B-95ED-B89F-F21F-33C57603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62F8B6-8A5C-47C8-9690-200B2661F573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5D115-0D0D-A262-A76A-8D3317BC13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7C9F79-EF29-73B0-6747-38CD8042AC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624A0A-45E1-4DF5-BF9E-123FD7968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2989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2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35F86-02AE-7E12-1A10-556450B48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A86FE7F-E36B-52FB-549F-A7B8A6DD79DF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A0FC95-0EA7-EFD4-510E-8E04EC944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19" y="147484"/>
            <a:ext cx="7611451" cy="65320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B3AF260-AF5E-E50F-42D0-B480C6487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4759" y="1166150"/>
            <a:ext cx="1829055" cy="241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085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64A36-C0F4-E949-46CA-C69F3FD4B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D0280B-EE45-E5B4-572D-6528A82874CC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A6A8C8-8D90-E83D-D535-45A03BAFF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19" y="147484"/>
            <a:ext cx="6649378" cy="6354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566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D355F-A5E2-F3A4-9D71-7AA3D6FF4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1E72548-9F0C-C689-9B23-57D0501A7282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658AF7-30ED-1C39-6D92-0123F71B25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19" y="31765"/>
            <a:ext cx="6611273" cy="6544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034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22AD1-AC78-C74B-5C42-E0550F83C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7EEE267-3E79-385A-32F7-D832E00690CA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DDF321-E3CA-80B5-699E-640D5B56F0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19" y="147484"/>
            <a:ext cx="6658904" cy="4772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031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9A0D5-C360-8A7E-AA5F-F70D6E6CE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F9FE4A5-66AF-6610-8A13-097CA3A14FB8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C9D664-8BC8-DF99-BC42-1D9FB5D457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19" y="147484"/>
            <a:ext cx="6973273" cy="461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941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AE897-836A-8817-2BA1-AA729F25F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CA2F2B8-B40D-E6F3-7337-156D454A63B8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15AAF9-B0F4-51E1-343B-78A75C44C3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19" y="0"/>
            <a:ext cx="6630325" cy="6735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0194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435A2-E037-D212-4ADD-4953FA1A6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45C0307-33AD-5D34-C2A1-109B098EFAE7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817687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B5C4C-05B3-6561-E968-325B0CCB3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D00029A-020E-C00F-8FA7-180B6EFB7C5C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B3DA86-360E-E538-F663-28C2F6772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19" y="64658"/>
            <a:ext cx="6296904" cy="13146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3E11ECE-7807-60F0-685B-6CE13AA665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7335" y="64658"/>
            <a:ext cx="2648320" cy="55443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1EDE102-1ABD-80DD-E828-55B559CF92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150" y="1538328"/>
            <a:ext cx="4058216" cy="276263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2301A3D-6ED9-4584-ED90-04D1218B0E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6616" y="1639743"/>
            <a:ext cx="3934374" cy="304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2312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6D81F-4532-8022-2CBE-30EE7EE0A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2B4B06-52EB-F08F-DF6C-A60D70D91B1C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EE9F92-9E8A-1732-F2D2-0100BD49D5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731" y="241871"/>
            <a:ext cx="2543530" cy="56586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447A516-2915-098F-6807-B16758674D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7660" y="241871"/>
            <a:ext cx="2943636" cy="55824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C24533-270B-EF5C-DDFF-9089DBAF53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9909" y="241871"/>
            <a:ext cx="2133898" cy="361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0300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36FEC-EC13-0169-5FED-B541B1AD8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6B45676-7AD4-5E0D-BE5E-90AA257E86E8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AE267D-1F62-31AD-22FF-1FB023458B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19" y="147484"/>
            <a:ext cx="5620534" cy="6258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2537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72B0C-5834-C78E-2D3D-842683023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25EE6EA-BBE8-7ACC-B677-89CD63C94300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86A134-34F8-CAB7-57A9-5475ABC18F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19" y="147484"/>
            <a:ext cx="6773220" cy="5849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3710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ADF72-2CB1-7205-7019-1FD2A4291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A22105A-C4F1-0094-E12F-F9DBF2BEEF5F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8B2D62-8979-510D-85B1-99C833C2D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19" y="147484"/>
            <a:ext cx="6411220" cy="6420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5525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85501-EDBA-FE69-0B6A-1BF0C0ADF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8CC4B5B-1EBA-DC22-9044-12EF7E1849C5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BD58B3-EFFF-5BA1-37FC-CC67B935A8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19" y="256732"/>
            <a:ext cx="6506483" cy="63445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53F5BC-DC7F-A6B5-9782-5E5B986240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4302" y="256732"/>
            <a:ext cx="5472154" cy="371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6486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BAF44-CBE0-ED38-EDF7-94CCC339B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B315680-EF11-8B00-C8B2-CE7AEB61FB37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53925F-0609-A584-CA11-61AE25ED0C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64" y="318082"/>
            <a:ext cx="6249272" cy="550621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B6F147F-828C-D875-6B30-8057C003F4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7698" y="147484"/>
            <a:ext cx="6506483" cy="4667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3347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22760-C57B-7264-098A-F4ECFC0E0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1C0CD24-8766-B0FC-CCE4-4ACFE7B7E2DC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4DCE5C-C1EA-E3A3-D801-E7ACCF9DF9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19" y="260628"/>
            <a:ext cx="6601746" cy="39248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4C7EE9-827B-73C9-2D23-493CCE3494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9506" y="719162"/>
            <a:ext cx="2553056" cy="261021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0F9EDBC-83F0-8608-F21D-98036622CE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2073" y="3946146"/>
            <a:ext cx="6487430" cy="70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2074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87FFF-20EB-D6DD-FD27-A59C36D15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7AC5191-A848-85FC-6A65-B85EC5462D95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67062A-F486-0922-9AE3-285275361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19" y="147484"/>
            <a:ext cx="4877481" cy="30388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E9E74B5-5DC9-F25F-76B6-CD32BF445C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1961" y="290379"/>
            <a:ext cx="6592220" cy="5792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0926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40774-64C9-C680-D17A-96572832E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6B3DF23-4D11-9144-2A8B-660092F9A1D9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9E1467-9417-A2FA-21C9-0F3660E08E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19" y="246021"/>
            <a:ext cx="6096851" cy="55443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77E038-5F0C-5D88-9D0D-2F44F5F0D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6185" y="393230"/>
            <a:ext cx="4564299" cy="6071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6734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B82C2-F35B-AB24-CAC3-6365699F6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04EFAF3-6E26-D0FB-6E69-E90253562090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5497071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C4E07-AD1A-E944-807B-BDE7FCB4C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926D44C-E418-3684-6F49-C6CEA44870C0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6E638E-E144-6D43-658F-3DF87E929C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19" y="147484"/>
            <a:ext cx="6544588" cy="6354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5233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54BCA-2AED-6CB0-C7E9-CF403315F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7F1358B-44EA-41E6-FF7C-5269454A5576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FA73E0-3366-D994-0D89-3289891403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080" y="31765"/>
            <a:ext cx="6639852" cy="63731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8FBA2AF-7FF4-1473-7CC2-BDB773C9C1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2915" y="2152472"/>
            <a:ext cx="6058746" cy="2553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3933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89D05-7A63-8233-2652-1CD45B85C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7FA3807-A798-8EBC-21B1-7C4B485FA77F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583FF1-4C4E-6DC7-60C9-349C0E9674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19" y="147484"/>
            <a:ext cx="5801535" cy="37533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E123385-0ACF-9392-1E65-20B509AB19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9033" y="2471476"/>
            <a:ext cx="6411220" cy="3743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30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F7044-5CEE-E223-0C43-2CAAC2C4B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B9B418C-97FA-8E83-4500-F11084EAC835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A72822-CEE7-BEDF-F388-9E9B9744C5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19" y="147484"/>
            <a:ext cx="5801535" cy="14384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5B2B7A8-9B10-A233-0274-1C8B6CDFDE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9448" y="318082"/>
            <a:ext cx="4220164" cy="55062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AB329A4-BD00-4357-F7D2-D62982C0B3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366" y="2517033"/>
            <a:ext cx="6706536" cy="370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7300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73784-4968-91E4-A70A-255BBE1CC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41966D5-9A03-65D6-3234-3196739D6F5F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34422B-3A1D-7272-AA63-26DAE75B9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19" y="147484"/>
            <a:ext cx="2707983" cy="65233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6DC3EBE-2ED6-F4D0-D563-4F3A12F08F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4296" y="2663626"/>
            <a:ext cx="4201111" cy="38105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862A415-0D42-AE3E-F790-C8520E8028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1487" y="147484"/>
            <a:ext cx="6582694" cy="357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470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3E32C-C4B7-D86D-04FB-7CF8A7188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61B9C40-36A9-A823-CBD4-76CA81B657CE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9BE51B-343E-7F31-80DE-A1076DE4C1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19" y="147484"/>
            <a:ext cx="6068272" cy="54014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1143E0D-B2B3-CF58-A891-F4A2AF5F73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0330" y="350577"/>
            <a:ext cx="4677428" cy="5706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9918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19687-A8F6-0CBB-F62D-67E5E23C3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E452169-80F4-EB62-E1F3-A24B32C8D94B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02682A-284B-3992-935A-D52BCCD516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19" y="223684"/>
            <a:ext cx="4239217" cy="53728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09DFC5A-BFBB-73B4-2E51-DD788EA1C1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7268" y="445925"/>
            <a:ext cx="5401429" cy="429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0436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563A0-4F46-6660-2028-695B7C338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941DF6-A6AA-B554-CB50-8DEEBA99945F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8C0B9F-2001-A937-96A4-7B6CFA9C8D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205" y="147484"/>
            <a:ext cx="6601746" cy="30388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E53DCEE-7EBA-D960-3FAB-C843D2F0DD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1756" y="280909"/>
            <a:ext cx="4744112" cy="40963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60C6A67-DD4D-3CD3-ABEF-ACE6550866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835" y="3424938"/>
            <a:ext cx="5306165" cy="3162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0614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019C6-5492-15A4-3CED-D8FD6B7D5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FAFA962-7B19-2613-B782-EF504D0DAD8C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C1DD7A-7437-2CC8-F35F-CD14180A29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19" y="147484"/>
            <a:ext cx="5048955" cy="8573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C6EC9F7-3F22-AE99-9AB6-F9D766682E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19" y="975666"/>
            <a:ext cx="1924319" cy="57348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6C539A3-BBD5-D5C3-DC1A-1B0D08539A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4171" y="147484"/>
            <a:ext cx="2160144" cy="622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9180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FEDBE-99CE-B849-1217-D31E86177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AD7F81-0257-52EE-F912-A86BF5FAA086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C5CDC6-97FB-276D-75A6-728B7CFC2E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19" y="147484"/>
            <a:ext cx="5048955" cy="40010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B99BA3B-D3C5-EBAB-A338-3CC8D2E73A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5039" y="309431"/>
            <a:ext cx="2400635" cy="38391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8EEC97E-37E8-10BD-45D4-63EF500660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5492" y="599983"/>
            <a:ext cx="3534268" cy="325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6443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E76A7-4C78-C080-7C78-9F113F5C1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B7931B1-8393-E344-6B12-584A1EDBCAC2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7E273D-0AA3-33A0-27C5-E02BD03FE7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19" y="241490"/>
            <a:ext cx="4420217" cy="5182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5803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EED68-9413-B28B-6D93-DB4F2DDE8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0EE24C3-9679-D6CA-3811-C434D7EFFB20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5207995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56258-15A7-BEC6-848B-A4B9D0FB7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1629378-F2A6-25B7-B970-9F461D26EF01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9930933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C23FD-04DF-E785-3994-7FD469FF9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855EE6D-7F5E-9CB8-D742-4ABF19B49653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9817478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94FFC-38C6-2BB9-29C7-DF957BC69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938304-763D-7B9A-88BA-FD5FC8A517E2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6472472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1BDD6-B147-3F65-0932-09276E3B3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6EE523D-7DBF-E718-6362-6CF0B5866CE2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9942176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D7802-CA0C-FF19-184A-AB73D957D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35ABBCF-0355-8355-AA69-EBE7DB2E7758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9267572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3106A-EC8B-E998-87E3-75CBE7578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A5CB8F1-888B-F823-DE46-C3116D337C29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8671946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E70EC-7C94-6FFF-7DB5-3481F8F2A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7293BA4-2850-2360-2133-496F5420788D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7610702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2D223-4D64-4A3C-B1C0-E24430958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94D13A5-3F59-5589-7AFD-F8627E2BE094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6031049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81702-EC2E-4C93-7597-0512AA805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1D2BC31-7748-0575-8871-D588B18626DC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413037946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B0839-6500-31ED-8816-B86B77903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9AA36E5-21F7-081F-1C58-9189B903AD8E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2195647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C3778-9D47-C95A-1DE2-9B1815192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180664D-6633-C459-5E38-A3BE24859F6D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423998389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0C399-A6DB-665E-77E7-F001FE825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D5203C2-536E-685A-F8AF-F7FA58C0483D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95894876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BF687-46A2-F435-95D3-2DA7C188B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9650F70-31B7-3F17-FC5E-61C6D51552EA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5992759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C32F4-6D52-5F92-B652-1BED4213D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305EAAC-1C89-7FF3-D2B0-2B4F58BA9240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17922691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5CA48-9398-5497-AE72-64639D8BA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662D30E-1573-9EF8-35BC-296FE3CDF4B1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54235967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7248E-0D5E-CF49-74DA-8445BED27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CEAC865-C59E-A2E8-3333-7A770386FF9D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69083785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8F694-5A6D-B1E8-51CE-69AEA44D7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D30680-B311-DE89-46EF-563EAEB3E150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82443566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F804B-8D6C-19F4-85B2-52E74FAE8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A63E07C-9D94-52FE-4B7B-AE29EC028B72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71448236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29BD7-D03B-C9DC-D01A-4D7272170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16A718D-517A-6A82-E761-AF93B065EB52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99544424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C9730-0045-E78F-6DEA-E1E30FBF0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63EBF97-F5E3-A780-3784-8DB143D2B98D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43148626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66405-B91A-EFEF-0634-5BCF748A7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6C00110-13BD-8476-7FE7-E2C20496E6BE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422882888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9B382-A5A0-9704-3AE1-EBF1C1B67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75DED54-6E31-0649-6E8B-8BD9C3EA7129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61827576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3D04F-F23F-D012-2A5C-7F4CE2E42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C1C6C78-FB01-1DE4-3C51-B550DEAF91A8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92144425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D4B6D-FBF1-81E3-AFEF-6514B9F8D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976E73E-8EB3-F9C5-55D5-E5468F42AB2B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0158796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FF5EF-C2B6-262A-720B-6BCEB19C6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18B669-D629-0773-5B84-762BBB52A759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68494602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8B021-E0D7-677A-D2AC-ABF67F759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BF5485A-4723-3CD3-C1A7-2984293BAC2F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67317471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442FD-E57B-D681-E5BE-E8DFF320A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7E5055-1AC8-5A0D-4F49-B1B651B06A86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54207626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05642-EA7F-7AC1-ED87-5146C0E02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7895738-2AD3-AC50-D422-33D34BC41DFA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83131355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0585C-CC0F-89D3-7376-2CC2F77C0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E58307D-DCF1-8813-1BE7-51DC9E75C3E8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26031431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41602-FF69-787F-977D-6932CB822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2329D93-C500-3990-E23B-79A3796DE9C4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98703575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0172A-80CC-F7D3-A32D-FFFB79EA1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5F18967-20DC-0E61-3D76-AA9353E42DF1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34679568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B99EA-D2D4-1E1C-6C0B-0C7F5B959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0C3BC62-55D3-00B3-8B35-7D8DF2FEB695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418807004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C663D-0B53-53AB-859C-0604B5A40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9DD8BDB-F08C-D230-0392-D7592B06C042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49258028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1C3BB-3548-C822-99F7-C13C35850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433B233-5670-B329-6F77-BD516437D897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03582078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5BE9C-051B-FAD1-4567-E4609570D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E06B43-482D-D895-D883-B5C340E33D25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96048559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5FE88-7A99-F881-F859-E810F1B0D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289633D-20AC-082E-634B-796AD4CEA9F2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403095342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AF168-2C78-2939-22E7-35F6381E6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CE7C717-A8AF-3326-AC9E-3F52A13375AB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23819306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ECBCB-A577-C349-66F7-201EED46A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B341E4A-61C7-B636-5AC0-B61A384FAC0E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85955171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D6D62-AE13-C3CD-1E9A-350266EE3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D81B9A6-F7F6-0D1A-16A3-3C6F72C42557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406162041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CBBF4-7B70-E8DA-D11B-F2517FD57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06805A1-0095-D06D-6097-6B268D46AFB9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92905568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9DE76-A99A-3EB0-ED79-53DC3118A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1D38C0C-D457-2D6B-BB76-E679FAD81ABA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51466396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DACA2-A423-7951-C5FF-CEBD8BC54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A7CD836-52AE-D7D6-4AA8-445E156E89B3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47418876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81E19-53DC-6B12-F24E-BDE1500C1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6F65874-D460-12F1-5524-8974D38A0BAA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05565988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D5F2C-8824-AC99-7910-C00485B19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B5D1C5-1485-9502-59C9-CB75404A26B4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40775035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752B3-4574-30FA-4680-78667CBE6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5E3431F-B1CB-BB91-09AE-FD6AB8477AC5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63525680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D8D1B-439F-E42B-1E1B-EC6FFAF70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8D16995-0A86-763C-957E-6396129F5ACE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95296687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071FB-1B11-86F5-557C-02D992189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805F988-3C95-8CEA-D07F-47F2E401F52A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411510789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4351E-181E-F149-F4FE-19BC36729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24BB43B-5951-3CB3-05A7-F22DD0C3F96D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14753192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3FFCE-23DA-0C78-C955-F922F20F2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FBF1F23-9682-E247-D4AB-5F0FAED20626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68860315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A1A3C-F458-B2E7-2157-FBA2FB19B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74CEB4E-D8EA-6B4F-D6AC-41D5D00469A5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05397105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3E4CC-5AA8-00DB-BF17-3AF7A5CD1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59830BC-6DC3-988D-8E99-5484FEC5CE1B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05122853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BF5DC-0D5F-7238-41E9-3F5ACE7F2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7B3D0E0-7947-ED41-A3A6-1909DF91C50C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32209264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151AF-429A-D0B8-75AB-D5014BF7D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C772943-A9D7-C738-2EFC-276981300B00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35546549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E0ABE-1966-D892-476F-5AB9F576F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06399BD-C255-BE54-2177-BCF913DAC11F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410864398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94684-80D1-017A-BA35-9836E5B6B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DF356CE-7670-6B30-7291-404DF44630D3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28266376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CBE83-E334-A48F-DD28-DB4B9A78A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2EBEC18-89D5-273E-CC50-B8142DF10903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05307512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8031F-83C2-0228-E24C-CDBB68C17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7CBBE8-C611-2F94-3B1B-80456631A550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68459630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3D6A4-33AF-9F1F-DCA0-C8626B494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4E4A0B3-7F8C-0F33-66AA-09548ED94541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12863864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DB8C9-C490-127E-0034-10C92D997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90F66DA-4CAE-31B0-5ADD-A48949774ADA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52967457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B7250-A869-A775-15E0-3928A82D8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8B20253-10CC-6326-FE65-E49C7A71AA18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8725914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5D963-427F-5F39-CA38-51FF71F9B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5B02826-D9F8-5719-4AF2-DD501790B197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27769239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B1148-7CAE-E1AA-09D3-550CADDA8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1798682-3C87-1B67-E5F3-17B150E26EED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03509934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34D6D-560B-81C6-0F18-24F71DC28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CA0A62B-E69F-98E7-9E0A-1EE272AA6BA9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72600995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2A347-16B7-BA4D-5185-7E30DC4D9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4DD6BD2-9D66-C343-37E1-C1743DBA5C12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44831073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D22AE-1D1C-A269-9C88-28ECC205D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51F3321-F048-60D5-3B4C-BC19D34B5F5D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182432410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1C4A5-83D8-3D10-82A0-B8B30E3E6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CECBED6-A410-1DDE-D26E-D7A8D5509824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726149005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CBA5D-E673-53B2-A96D-A5254B508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3979A06-91E1-DAAC-82E1-65B595D838C9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67748757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16F0F-B549-1EFB-750A-9FE5BAAA5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DE84BD7-CF61-31FB-0DF3-AAD1CB331388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851243334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D14D4-B9DC-54EC-63CA-C7964CBBF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6EBBC43-F7E6-0E32-1D96-BAB4513DEF89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963460244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FA02B-CCA5-FFFE-16C3-FB4429245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2D94ED4-5ED0-562D-50BC-0C745758A69E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962928431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B0744-1BCA-49B9-6724-E6EE7BDFA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3F2516F-BDCF-0AAE-E3C7-F27BC5A3D070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342190305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C5287-5A08-E3E2-1427-1F2D52C75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DDC1185-3AEC-09AC-A373-4B7AFE05106A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797240301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A3626-18D2-B1A1-DB2B-07D80D1ED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8A9690B-380F-D7B1-17FE-33C7DF9CA3B0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522826012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639FC-05F7-02BC-2D86-6D589FC53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2743930-FFE6-78CE-86C6-5B7F0D900225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000514208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A9F14-26D3-C9EE-75E2-4ECD28C47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CCB0650-8284-B552-83D5-DA668DE83723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58587260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5330F-76D5-0892-390B-FCA2FC135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7835091-FEC9-CCAB-095B-20707E29DCEF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868278250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0054A-5944-C3CA-D4E1-3CA312A8E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26ACA73-9A38-AE0E-D022-9C29FC9675C3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915213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214</Words>
  <Application>Microsoft Office PowerPoint</Application>
  <PresentationFormat>Widescreen</PresentationFormat>
  <Paragraphs>2247</Paragraphs>
  <Slides>107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107</vt:i4>
      </vt:variant>
    </vt:vector>
  </HeadingPairs>
  <TitlesOfParts>
    <vt:vector size="1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bhavishya kumar mahtao</dc:creator>
  <cp:lastModifiedBy>bhavishya kumar mahtao</cp:lastModifiedBy>
  <cp:revision>3</cp:revision>
  <dcterms:created xsi:type="dcterms:W3CDTF">2026-07-01T06:58:48Z</dcterms:created>
  <dcterms:modified xsi:type="dcterms:W3CDTF">2026-08-18T21:22:11Z</dcterms:modified>
</cp:coreProperties>
</file>